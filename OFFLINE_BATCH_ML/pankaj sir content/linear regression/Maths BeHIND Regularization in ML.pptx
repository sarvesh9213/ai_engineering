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Math's </a:t>
            </a:r>
            <a:r>
              <a:rPr lang="en-US" smtClean="0"/>
              <a:t>Behind Regularization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5"/>
            <a:ext cx="8767860" cy="693222"/>
          </a:xfrm>
        </p:spPr>
        <p:txBody>
          <a:bodyPr/>
          <a:lstStyle/>
          <a:p>
            <a:r>
              <a:rPr lang="en-US" dirty="0" smtClean="0"/>
              <a:t>To handle overfitting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3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Regularization: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10478193" cy="40386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Regularization is a technique used to prevent overfitting in machine learning models by penalizing large weights in the model. 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tx1"/>
                </a:solidFill>
              </a:rPr>
              <a:t>Large </a:t>
            </a:r>
            <a:r>
              <a:rPr lang="en-US" b="1" dirty="0">
                <a:solidFill>
                  <a:schemeClr val="tx1"/>
                </a:solidFill>
              </a:rPr>
              <a:t>weights can cause the model to fit the training data too closely, capturing noise and leading to poor generalization on unseen data. 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tx1"/>
                </a:solidFill>
              </a:rPr>
              <a:t>Regularization </a:t>
            </a:r>
            <a:r>
              <a:rPr lang="en-US" b="1" dirty="0">
                <a:solidFill>
                  <a:schemeClr val="tx1"/>
                </a:solidFill>
              </a:rPr>
              <a:t>works by adding a penalty term to the loss function, which discourages large weights.</a:t>
            </a:r>
          </a:p>
        </p:txBody>
      </p:sp>
    </p:spTree>
    <p:extLst>
      <p:ext uri="{BB962C8B-B14F-4D97-AF65-F5344CB8AC3E}">
        <p14:creationId xmlns:p14="http://schemas.microsoft.com/office/powerpoint/2010/main" val="92160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Regularization: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92" y="1814106"/>
            <a:ext cx="10141527" cy="41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93717"/>
            <a:ext cx="11521440" cy="1169323"/>
          </a:xfrm>
        </p:spPr>
        <p:txBody>
          <a:bodyPr/>
          <a:lstStyle/>
          <a:p>
            <a:r>
              <a:rPr lang="en-US" b="1" dirty="0" smtClean="0"/>
              <a:t>L2 </a:t>
            </a:r>
            <a:r>
              <a:rPr lang="en-US" b="1" dirty="0"/>
              <a:t>Regularization: Ridge Regression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32" y="1463040"/>
            <a:ext cx="9010132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9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230" y="310342"/>
            <a:ext cx="9875520" cy="1003069"/>
          </a:xfrm>
        </p:spPr>
        <p:txBody>
          <a:bodyPr/>
          <a:lstStyle/>
          <a:p>
            <a:r>
              <a:rPr lang="en-US" b="1" dirty="0"/>
              <a:t>Linear Regression (No Regularization)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76" y="1313411"/>
            <a:ext cx="9531074" cy="49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3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Gradient </a:t>
            </a:r>
            <a:r>
              <a:rPr lang="en-US" b="1" dirty="0"/>
              <a:t>of </a:t>
            </a:r>
            <a:r>
              <a:rPr lang="en-US" b="1" dirty="0" smtClean="0"/>
              <a:t>J(w):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gradient of </a:t>
            </a:r>
            <a:r>
              <a:rPr lang="en-US" dirty="0" smtClean="0"/>
              <a:t>J(w) </a:t>
            </a:r>
            <a:r>
              <a:rPr lang="en-US" dirty="0"/>
              <a:t>with respect to the weights </a:t>
            </a:r>
            <a:r>
              <a:rPr lang="en-US" dirty="0" smtClean="0"/>
              <a:t>w </a:t>
            </a:r>
            <a:r>
              <a:rPr lang="en-US" dirty="0"/>
              <a:t>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358" y="2904413"/>
            <a:ext cx="7439205" cy="20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2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L2 Regularization (Adding Penalty)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484" y="1965960"/>
            <a:ext cx="11043458" cy="960120"/>
          </a:xfrm>
        </p:spPr>
        <p:txBody>
          <a:bodyPr/>
          <a:lstStyle/>
          <a:p>
            <a:r>
              <a:rPr lang="en-US" dirty="0"/>
              <a:t>To penalize large weights, we add an </a:t>
            </a:r>
            <a:r>
              <a:rPr lang="en-US" b="1" dirty="0"/>
              <a:t>L2 regularization term</a:t>
            </a:r>
            <a:r>
              <a:rPr lang="en-US" dirty="0"/>
              <a:t> to the loss function.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new objective becomes: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156" y="3322320"/>
            <a:ext cx="8236109" cy="249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7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884" y="210589"/>
            <a:ext cx="9875520" cy="1356360"/>
          </a:xfrm>
        </p:spPr>
        <p:txBody>
          <a:bodyPr/>
          <a:lstStyle/>
          <a:p>
            <a:pPr algn="ctr"/>
            <a:r>
              <a:rPr lang="en-US" b="1" dirty="0" smtClean="0"/>
              <a:t>Math's behind L2 </a:t>
            </a:r>
            <a:r>
              <a:rPr lang="en-US" b="1" dirty="0"/>
              <a:t>Regularized </a:t>
            </a:r>
            <a:r>
              <a:rPr lang="en-US" b="1" dirty="0" smtClean="0"/>
              <a:t>Loss: Gradient loss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97" y="1566949"/>
            <a:ext cx="10899065" cy="471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6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82" y="495026"/>
            <a:ext cx="10437958" cy="23229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85" y="2652047"/>
            <a:ext cx="6121803" cy="39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6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36" y="443531"/>
            <a:ext cx="6097891" cy="554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9" y="443345"/>
            <a:ext cx="10577945" cy="1356360"/>
          </a:xfrm>
        </p:spPr>
        <p:txBody>
          <a:bodyPr/>
          <a:lstStyle/>
          <a:p>
            <a:r>
              <a:rPr lang="en-US" b="1" dirty="0"/>
              <a:t>Effect of Regularization on Weight Update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38" y="1934004"/>
            <a:ext cx="10099037" cy="388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0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30" y="1038384"/>
            <a:ext cx="10444652" cy="423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7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Interpretation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27" y="2087429"/>
            <a:ext cx="11041266" cy="221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4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965960"/>
            <a:ext cx="9872871" cy="4038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Assume: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A single input feature </a:t>
            </a:r>
            <a:r>
              <a:rPr lang="en-US" b="1" dirty="0" smtClean="0">
                <a:solidFill>
                  <a:schemeClr val="tx1"/>
                </a:solidFill>
              </a:rPr>
              <a:t>x</a:t>
            </a:r>
            <a:r>
              <a:rPr lang="en-US" b="1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Initial weight </a:t>
            </a:r>
            <a:r>
              <a:rPr lang="en-US" b="1" dirty="0" smtClean="0">
                <a:solidFill>
                  <a:schemeClr val="tx1"/>
                </a:solidFill>
              </a:rPr>
              <a:t>w=10</a:t>
            </a:r>
            <a:r>
              <a:rPr lang="en-US" b="1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Learning rate </a:t>
            </a:r>
            <a:r>
              <a:rPr lang="en-US" b="1" dirty="0" smtClean="0">
                <a:solidFill>
                  <a:schemeClr val="tx1"/>
                </a:solidFill>
              </a:rPr>
              <a:t>η=0.1,</a:t>
            </a:r>
            <a:endParaRPr lang="en-US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Regularization parameter </a:t>
            </a:r>
            <a:r>
              <a:rPr lang="en-US" b="1" dirty="0" smtClean="0">
                <a:solidFill>
                  <a:schemeClr val="tx1"/>
                </a:solidFill>
              </a:rPr>
              <a:t>λ=0.5,</a:t>
            </a:r>
            <a:endParaRPr lang="en-US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Gradient of the loss (without regularization) is −</a:t>
            </a:r>
            <a:r>
              <a:rPr lang="en-US" b="1" dirty="0" smtClean="0">
                <a:solidFill>
                  <a:schemeClr val="tx1"/>
                </a:solidFill>
              </a:rPr>
              <a:t>4.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89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5" y="1004129"/>
            <a:ext cx="10472052" cy="468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29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81" y="502609"/>
            <a:ext cx="8596284" cy="23962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21" y="3274023"/>
            <a:ext cx="8962044" cy="276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0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5426</TotalTime>
  <Words>179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Corbel</vt:lpstr>
      <vt:lpstr>Wingdings</vt:lpstr>
      <vt:lpstr>Basis</vt:lpstr>
      <vt:lpstr>Math's Behind Regularization</vt:lpstr>
      <vt:lpstr>Regularization:</vt:lpstr>
      <vt:lpstr>Types of Regularization:</vt:lpstr>
      <vt:lpstr>L2 Regularization: Ridge Regression</vt:lpstr>
      <vt:lpstr>Linear Regression (No Regularization)</vt:lpstr>
      <vt:lpstr>Gradient of J(w):</vt:lpstr>
      <vt:lpstr>L2 Regularization (Adding Penalty)</vt:lpstr>
      <vt:lpstr>Math's behind L2 Regularized Loss: Gradient loss</vt:lpstr>
      <vt:lpstr>PowerPoint Presentation</vt:lpstr>
      <vt:lpstr>PowerPoint Presentation</vt:lpstr>
      <vt:lpstr>Effect of Regularization on Weight Update</vt:lpstr>
      <vt:lpstr>PowerPoint Presentation</vt:lpstr>
      <vt:lpstr>Interpretation</vt:lpstr>
      <vt:lpstr>Numerical 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 BeHIND Regulrzation</dc:title>
  <dc:creator>PANKAJ SHARMA</dc:creator>
  <cp:lastModifiedBy>Microsoft account</cp:lastModifiedBy>
  <cp:revision>8</cp:revision>
  <dcterms:created xsi:type="dcterms:W3CDTF">2024-12-20T09:38:07Z</dcterms:created>
  <dcterms:modified xsi:type="dcterms:W3CDTF">2026-02-22T20:09:54Z</dcterms:modified>
</cp:coreProperties>
</file>