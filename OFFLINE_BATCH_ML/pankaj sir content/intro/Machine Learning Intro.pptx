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9" r:id="rId5"/>
    <p:sldId id="270" r:id="rId6"/>
    <p:sldId id="271" r:id="rId7"/>
    <p:sldId id="260" r:id="rId8"/>
    <p:sldId id="274" r:id="rId9"/>
    <p:sldId id="261" r:id="rId10"/>
    <p:sldId id="262" r:id="rId11"/>
    <p:sldId id="263" r:id="rId12"/>
    <p:sldId id="276" r:id="rId13"/>
    <p:sldId id="264" r:id="rId14"/>
    <p:sldId id="265" r:id="rId15"/>
    <p:sldId id="266" r:id="rId16"/>
    <p:sldId id="267" r:id="rId17"/>
    <p:sldId id="268" r:id="rId18"/>
    <p:sldId id="272" r:id="rId19"/>
    <p:sldId id="273" r:id="rId20"/>
    <p:sldId id="275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8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6C7FDD-77A9-4BC8-A732-2721EFFF285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73CDCE-AC93-4324-A675-E10320A94501}">
      <dgm:prSet phldrT="[Text]" custT="1"/>
      <dgm:spPr/>
      <dgm:t>
        <a:bodyPr/>
        <a:lstStyle/>
        <a:p>
          <a:r>
            <a:rPr lang="en-US" sz="4400" dirty="0" smtClean="0"/>
            <a:t>AI</a:t>
          </a:r>
          <a:endParaRPr lang="en-US" sz="4400" dirty="0"/>
        </a:p>
      </dgm:t>
    </dgm:pt>
    <dgm:pt modelId="{35F383D0-326A-4CCD-B30C-B3AFAE230C61}" type="parTrans" cxnId="{CF0378D0-8E49-4F33-B108-0CFB3A359919}">
      <dgm:prSet/>
      <dgm:spPr/>
      <dgm:t>
        <a:bodyPr/>
        <a:lstStyle/>
        <a:p>
          <a:endParaRPr lang="en-US"/>
        </a:p>
      </dgm:t>
    </dgm:pt>
    <dgm:pt modelId="{92021895-BA5D-4B5E-9A4C-C68DBCF43607}" type="sibTrans" cxnId="{CF0378D0-8E49-4F33-B108-0CFB3A359919}">
      <dgm:prSet/>
      <dgm:spPr/>
      <dgm:t>
        <a:bodyPr/>
        <a:lstStyle/>
        <a:p>
          <a:endParaRPr lang="en-US"/>
        </a:p>
      </dgm:t>
    </dgm:pt>
    <dgm:pt modelId="{91BA7347-788D-4BAE-8590-2C6F6A9BBD6F}">
      <dgm:prSet phldrT="[Text]" custT="1"/>
      <dgm:spPr/>
      <dgm:t>
        <a:bodyPr/>
        <a:lstStyle/>
        <a:p>
          <a:r>
            <a:rPr lang="en-US" sz="3600" dirty="0" smtClean="0"/>
            <a:t>RULE BASED</a:t>
          </a:r>
          <a:endParaRPr lang="en-US" sz="3600" dirty="0"/>
        </a:p>
      </dgm:t>
    </dgm:pt>
    <dgm:pt modelId="{728989A6-5779-42F3-BD53-4416CE6CF596}" type="parTrans" cxnId="{C072AA54-9A99-4E01-8481-8A2D36D71BFC}">
      <dgm:prSet/>
      <dgm:spPr/>
      <dgm:t>
        <a:bodyPr/>
        <a:lstStyle/>
        <a:p>
          <a:endParaRPr lang="en-US"/>
        </a:p>
      </dgm:t>
    </dgm:pt>
    <dgm:pt modelId="{7614A83B-B595-4FB4-BA70-18FF107A4D41}" type="sibTrans" cxnId="{C072AA54-9A99-4E01-8481-8A2D36D71BFC}">
      <dgm:prSet/>
      <dgm:spPr/>
      <dgm:t>
        <a:bodyPr/>
        <a:lstStyle/>
        <a:p>
          <a:endParaRPr lang="en-US"/>
        </a:p>
      </dgm:t>
    </dgm:pt>
    <dgm:pt modelId="{982F2A8B-58EA-4959-8BCC-11C28FBC3E25}">
      <dgm:prSet phldrT="[Text]" custT="1"/>
      <dgm:spPr/>
      <dgm:t>
        <a:bodyPr/>
        <a:lstStyle/>
        <a:p>
          <a:r>
            <a:rPr lang="en-US" sz="4000" dirty="0" smtClean="0"/>
            <a:t>ML/STAS BASED</a:t>
          </a:r>
          <a:endParaRPr lang="en-US" sz="4000" dirty="0"/>
        </a:p>
      </dgm:t>
    </dgm:pt>
    <dgm:pt modelId="{ABE5A20B-CA01-4614-887F-C2ACA5A1826F}" type="sibTrans" cxnId="{06578519-35FE-499B-B076-9D96ACA9D1C1}">
      <dgm:prSet/>
      <dgm:spPr/>
      <dgm:t>
        <a:bodyPr/>
        <a:lstStyle/>
        <a:p>
          <a:endParaRPr lang="en-US"/>
        </a:p>
      </dgm:t>
    </dgm:pt>
    <dgm:pt modelId="{04ADC978-F0FC-443E-B771-507C30DC3203}" type="parTrans" cxnId="{06578519-35FE-499B-B076-9D96ACA9D1C1}">
      <dgm:prSet/>
      <dgm:spPr/>
      <dgm:t>
        <a:bodyPr/>
        <a:lstStyle/>
        <a:p>
          <a:endParaRPr lang="en-US"/>
        </a:p>
      </dgm:t>
    </dgm:pt>
    <dgm:pt modelId="{51523B16-F09D-490A-8F0E-925EDAFE0367}" type="pres">
      <dgm:prSet presAssocID="{6D6C7FDD-77A9-4BC8-A732-2721EFFF285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DEB96542-A298-4D5C-BD86-42B08ECF322D}" type="pres">
      <dgm:prSet presAssocID="{5773CDCE-AC93-4324-A675-E10320A94501}" presName="hierRoot1" presStyleCnt="0"/>
      <dgm:spPr/>
    </dgm:pt>
    <dgm:pt modelId="{553AFECE-D063-4CB1-BC49-5AD38EB11623}" type="pres">
      <dgm:prSet presAssocID="{5773CDCE-AC93-4324-A675-E10320A94501}" presName="composite" presStyleCnt="0"/>
      <dgm:spPr/>
    </dgm:pt>
    <dgm:pt modelId="{112742BC-B352-4AD0-A7D1-9645BA019ED7}" type="pres">
      <dgm:prSet presAssocID="{5773CDCE-AC93-4324-A675-E10320A94501}" presName="background" presStyleLbl="node0" presStyleIdx="0" presStyleCnt="1"/>
      <dgm:spPr/>
    </dgm:pt>
    <dgm:pt modelId="{C830A883-1626-4ACD-9A49-28279B0D9154}" type="pres">
      <dgm:prSet presAssocID="{5773CDCE-AC93-4324-A675-E10320A94501}" presName="text" presStyleLbl="fgAcc0" presStyleIdx="0" presStyleCnt="1" custScaleX="100019" custScaleY="41654" custLinFactNeighborX="1253" custLinFactNeighborY="-233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6BA249-2260-4349-B470-127225B2C68E}" type="pres">
      <dgm:prSet presAssocID="{5773CDCE-AC93-4324-A675-E10320A94501}" presName="hierChild2" presStyleCnt="0"/>
      <dgm:spPr/>
    </dgm:pt>
    <dgm:pt modelId="{6701BF2E-175A-47B5-9C3F-5A66F73CFA82}" type="pres">
      <dgm:prSet presAssocID="{728989A6-5779-42F3-BD53-4416CE6CF596}" presName="Name10" presStyleLbl="parChTrans1D2" presStyleIdx="0" presStyleCnt="2"/>
      <dgm:spPr/>
      <dgm:t>
        <a:bodyPr/>
        <a:lstStyle/>
        <a:p>
          <a:endParaRPr lang="en-US"/>
        </a:p>
      </dgm:t>
    </dgm:pt>
    <dgm:pt modelId="{52E17ADD-4DA9-47D5-88F4-A11ECDBA1F72}" type="pres">
      <dgm:prSet presAssocID="{91BA7347-788D-4BAE-8590-2C6F6A9BBD6F}" presName="hierRoot2" presStyleCnt="0"/>
      <dgm:spPr/>
    </dgm:pt>
    <dgm:pt modelId="{CE2F04CB-C7A4-4043-A690-F46DB450A029}" type="pres">
      <dgm:prSet presAssocID="{91BA7347-788D-4BAE-8590-2C6F6A9BBD6F}" presName="composite2" presStyleCnt="0"/>
      <dgm:spPr/>
    </dgm:pt>
    <dgm:pt modelId="{E068789F-FEAF-4CBC-A8F7-87984373C31B}" type="pres">
      <dgm:prSet presAssocID="{91BA7347-788D-4BAE-8590-2C6F6A9BBD6F}" presName="background2" presStyleLbl="node2" presStyleIdx="0" presStyleCnt="2"/>
      <dgm:spPr/>
    </dgm:pt>
    <dgm:pt modelId="{25555949-3064-43A8-99A7-03EF9859F377}" type="pres">
      <dgm:prSet presAssocID="{91BA7347-788D-4BAE-8590-2C6F6A9BBD6F}" presName="text2" presStyleLbl="fgAcc2" presStyleIdx="0" presStyleCnt="2" custScaleX="95867" custScaleY="44558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8611878-35A9-49BE-B75E-9662C3867A9B}" type="pres">
      <dgm:prSet presAssocID="{91BA7347-788D-4BAE-8590-2C6F6A9BBD6F}" presName="hierChild3" presStyleCnt="0"/>
      <dgm:spPr/>
    </dgm:pt>
    <dgm:pt modelId="{4CD7660A-CA6C-4BFB-91F8-D457A8ADE053}" type="pres">
      <dgm:prSet presAssocID="{04ADC978-F0FC-443E-B771-507C30DC3203}" presName="Name10" presStyleLbl="parChTrans1D2" presStyleIdx="1" presStyleCnt="2"/>
      <dgm:spPr/>
      <dgm:t>
        <a:bodyPr/>
        <a:lstStyle/>
        <a:p>
          <a:endParaRPr lang="en-US"/>
        </a:p>
      </dgm:t>
    </dgm:pt>
    <dgm:pt modelId="{C91E689D-65B7-4F62-8862-09C84A81EE97}" type="pres">
      <dgm:prSet presAssocID="{982F2A8B-58EA-4959-8BCC-11C28FBC3E25}" presName="hierRoot2" presStyleCnt="0"/>
      <dgm:spPr/>
    </dgm:pt>
    <dgm:pt modelId="{AED5516E-6FF2-4748-B86C-682F271F1B45}" type="pres">
      <dgm:prSet presAssocID="{982F2A8B-58EA-4959-8BCC-11C28FBC3E25}" presName="composite2" presStyleCnt="0"/>
      <dgm:spPr/>
    </dgm:pt>
    <dgm:pt modelId="{41ECF7E4-5CA8-4C3D-8BBF-6A741A7FC331}" type="pres">
      <dgm:prSet presAssocID="{982F2A8B-58EA-4959-8BCC-11C28FBC3E25}" presName="background2" presStyleLbl="node2" presStyleIdx="1" presStyleCnt="2"/>
      <dgm:spPr/>
    </dgm:pt>
    <dgm:pt modelId="{1D7EFBF4-E998-4DCF-BF1C-61BFA0556EC2}" type="pres">
      <dgm:prSet presAssocID="{982F2A8B-58EA-4959-8BCC-11C28FBC3E25}" presName="text2" presStyleLbl="fgAcc2" presStyleIdx="1" presStyleCnt="2" custScaleX="72626" custScaleY="45821" custLinFactNeighborX="-258" custLinFactNeighborY="-203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2815011-7387-4DD4-BFC7-8C5387852921}" type="pres">
      <dgm:prSet presAssocID="{982F2A8B-58EA-4959-8BCC-11C28FBC3E25}" presName="hierChild3" presStyleCnt="0"/>
      <dgm:spPr/>
    </dgm:pt>
  </dgm:ptLst>
  <dgm:cxnLst>
    <dgm:cxn modelId="{CF0378D0-8E49-4F33-B108-0CFB3A359919}" srcId="{6D6C7FDD-77A9-4BC8-A732-2721EFFF285D}" destId="{5773CDCE-AC93-4324-A675-E10320A94501}" srcOrd="0" destOrd="0" parTransId="{35F383D0-326A-4CCD-B30C-B3AFAE230C61}" sibTransId="{92021895-BA5D-4B5E-9A4C-C68DBCF43607}"/>
    <dgm:cxn modelId="{6D641B14-19E7-4FDC-856F-987FEBAEE2E0}" type="presOf" srcId="{5773CDCE-AC93-4324-A675-E10320A94501}" destId="{C830A883-1626-4ACD-9A49-28279B0D9154}" srcOrd="0" destOrd="0" presId="urn:microsoft.com/office/officeart/2005/8/layout/hierarchy1"/>
    <dgm:cxn modelId="{7802128B-D379-4D22-A028-062B30FCD0D9}" type="presOf" srcId="{982F2A8B-58EA-4959-8BCC-11C28FBC3E25}" destId="{1D7EFBF4-E998-4DCF-BF1C-61BFA0556EC2}" srcOrd="0" destOrd="0" presId="urn:microsoft.com/office/officeart/2005/8/layout/hierarchy1"/>
    <dgm:cxn modelId="{95C7F5D3-1C32-47EE-ACBE-1CFBE53A0F5B}" type="presOf" srcId="{6D6C7FDD-77A9-4BC8-A732-2721EFFF285D}" destId="{51523B16-F09D-490A-8F0E-925EDAFE0367}" srcOrd="0" destOrd="0" presId="urn:microsoft.com/office/officeart/2005/8/layout/hierarchy1"/>
    <dgm:cxn modelId="{06578519-35FE-499B-B076-9D96ACA9D1C1}" srcId="{5773CDCE-AC93-4324-A675-E10320A94501}" destId="{982F2A8B-58EA-4959-8BCC-11C28FBC3E25}" srcOrd="1" destOrd="0" parTransId="{04ADC978-F0FC-443E-B771-507C30DC3203}" sibTransId="{ABE5A20B-CA01-4614-887F-C2ACA5A1826F}"/>
    <dgm:cxn modelId="{C8C5F823-5802-4769-AA54-DDF42ECD49F5}" type="presOf" srcId="{728989A6-5779-42F3-BD53-4416CE6CF596}" destId="{6701BF2E-175A-47B5-9C3F-5A66F73CFA82}" srcOrd="0" destOrd="0" presId="urn:microsoft.com/office/officeart/2005/8/layout/hierarchy1"/>
    <dgm:cxn modelId="{91321347-047D-42E4-9B5F-3488CB83C211}" type="presOf" srcId="{91BA7347-788D-4BAE-8590-2C6F6A9BBD6F}" destId="{25555949-3064-43A8-99A7-03EF9859F377}" srcOrd="0" destOrd="0" presId="urn:microsoft.com/office/officeart/2005/8/layout/hierarchy1"/>
    <dgm:cxn modelId="{15B9C4EE-D0B8-4573-B3AB-E42ECB2EAB65}" type="presOf" srcId="{04ADC978-F0FC-443E-B771-507C30DC3203}" destId="{4CD7660A-CA6C-4BFB-91F8-D457A8ADE053}" srcOrd="0" destOrd="0" presId="urn:microsoft.com/office/officeart/2005/8/layout/hierarchy1"/>
    <dgm:cxn modelId="{C072AA54-9A99-4E01-8481-8A2D36D71BFC}" srcId="{5773CDCE-AC93-4324-A675-E10320A94501}" destId="{91BA7347-788D-4BAE-8590-2C6F6A9BBD6F}" srcOrd="0" destOrd="0" parTransId="{728989A6-5779-42F3-BD53-4416CE6CF596}" sibTransId="{7614A83B-B595-4FB4-BA70-18FF107A4D41}"/>
    <dgm:cxn modelId="{86D1B907-98C1-4489-B36E-A1C2FC770FEE}" type="presParOf" srcId="{51523B16-F09D-490A-8F0E-925EDAFE0367}" destId="{DEB96542-A298-4D5C-BD86-42B08ECF322D}" srcOrd="0" destOrd="0" presId="urn:microsoft.com/office/officeart/2005/8/layout/hierarchy1"/>
    <dgm:cxn modelId="{F6F8158D-28BF-47E8-83B4-DD1FB032AF6A}" type="presParOf" srcId="{DEB96542-A298-4D5C-BD86-42B08ECF322D}" destId="{553AFECE-D063-4CB1-BC49-5AD38EB11623}" srcOrd="0" destOrd="0" presId="urn:microsoft.com/office/officeart/2005/8/layout/hierarchy1"/>
    <dgm:cxn modelId="{13A0B106-5651-4388-881E-FBA4568FCD90}" type="presParOf" srcId="{553AFECE-D063-4CB1-BC49-5AD38EB11623}" destId="{112742BC-B352-4AD0-A7D1-9645BA019ED7}" srcOrd="0" destOrd="0" presId="urn:microsoft.com/office/officeart/2005/8/layout/hierarchy1"/>
    <dgm:cxn modelId="{F8E609C0-68B0-4E28-A21E-8CA8E96A4B23}" type="presParOf" srcId="{553AFECE-D063-4CB1-BC49-5AD38EB11623}" destId="{C830A883-1626-4ACD-9A49-28279B0D9154}" srcOrd="1" destOrd="0" presId="urn:microsoft.com/office/officeart/2005/8/layout/hierarchy1"/>
    <dgm:cxn modelId="{ECBAFCAC-3913-4BED-B838-17940049A392}" type="presParOf" srcId="{DEB96542-A298-4D5C-BD86-42B08ECF322D}" destId="{616BA249-2260-4349-B470-127225B2C68E}" srcOrd="1" destOrd="0" presId="urn:microsoft.com/office/officeart/2005/8/layout/hierarchy1"/>
    <dgm:cxn modelId="{7474F3E9-57DB-4E2F-B03E-3C5C1CFC9072}" type="presParOf" srcId="{616BA249-2260-4349-B470-127225B2C68E}" destId="{6701BF2E-175A-47B5-9C3F-5A66F73CFA82}" srcOrd="0" destOrd="0" presId="urn:microsoft.com/office/officeart/2005/8/layout/hierarchy1"/>
    <dgm:cxn modelId="{04A2BB01-03E7-4372-AB71-AFF2C1E11CB6}" type="presParOf" srcId="{616BA249-2260-4349-B470-127225B2C68E}" destId="{52E17ADD-4DA9-47D5-88F4-A11ECDBA1F72}" srcOrd="1" destOrd="0" presId="urn:microsoft.com/office/officeart/2005/8/layout/hierarchy1"/>
    <dgm:cxn modelId="{5F96E6EF-1083-461E-826B-F43C66AFA946}" type="presParOf" srcId="{52E17ADD-4DA9-47D5-88F4-A11ECDBA1F72}" destId="{CE2F04CB-C7A4-4043-A690-F46DB450A029}" srcOrd="0" destOrd="0" presId="urn:microsoft.com/office/officeart/2005/8/layout/hierarchy1"/>
    <dgm:cxn modelId="{EA54D097-1D2E-4D4E-9094-3F67CD09ED6A}" type="presParOf" srcId="{CE2F04CB-C7A4-4043-A690-F46DB450A029}" destId="{E068789F-FEAF-4CBC-A8F7-87984373C31B}" srcOrd="0" destOrd="0" presId="urn:microsoft.com/office/officeart/2005/8/layout/hierarchy1"/>
    <dgm:cxn modelId="{49D0B629-34CA-4426-9198-2DDB376ABA05}" type="presParOf" srcId="{CE2F04CB-C7A4-4043-A690-F46DB450A029}" destId="{25555949-3064-43A8-99A7-03EF9859F377}" srcOrd="1" destOrd="0" presId="urn:microsoft.com/office/officeart/2005/8/layout/hierarchy1"/>
    <dgm:cxn modelId="{7152356F-760C-4AA6-8636-4D313EF2DE56}" type="presParOf" srcId="{52E17ADD-4DA9-47D5-88F4-A11ECDBA1F72}" destId="{E8611878-35A9-49BE-B75E-9662C3867A9B}" srcOrd="1" destOrd="0" presId="urn:microsoft.com/office/officeart/2005/8/layout/hierarchy1"/>
    <dgm:cxn modelId="{BC464B5D-CF28-4473-A366-0CC9E508A7E6}" type="presParOf" srcId="{616BA249-2260-4349-B470-127225B2C68E}" destId="{4CD7660A-CA6C-4BFB-91F8-D457A8ADE053}" srcOrd="2" destOrd="0" presId="urn:microsoft.com/office/officeart/2005/8/layout/hierarchy1"/>
    <dgm:cxn modelId="{C9767C8E-75BE-41E2-A47A-382E02EE098D}" type="presParOf" srcId="{616BA249-2260-4349-B470-127225B2C68E}" destId="{C91E689D-65B7-4F62-8862-09C84A81EE97}" srcOrd="3" destOrd="0" presId="urn:microsoft.com/office/officeart/2005/8/layout/hierarchy1"/>
    <dgm:cxn modelId="{1F588C34-19C2-41FD-8F89-AC22BD6F6A10}" type="presParOf" srcId="{C91E689D-65B7-4F62-8862-09C84A81EE97}" destId="{AED5516E-6FF2-4748-B86C-682F271F1B45}" srcOrd="0" destOrd="0" presId="urn:microsoft.com/office/officeart/2005/8/layout/hierarchy1"/>
    <dgm:cxn modelId="{18B89C3D-42CB-47F7-BAFD-B5D473B99AA0}" type="presParOf" srcId="{AED5516E-6FF2-4748-B86C-682F271F1B45}" destId="{41ECF7E4-5CA8-4C3D-8BBF-6A741A7FC331}" srcOrd="0" destOrd="0" presId="urn:microsoft.com/office/officeart/2005/8/layout/hierarchy1"/>
    <dgm:cxn modelId="{F75917F6-35E2-4FE5-872E-0BFFDAEC2386}" type="presParOf" srcId="{AED5516E-6FF2-4748-B86C-682F271F1B45}" destId="{1D7EFBF4-E998-4DCF-BF1C-61BFA0556EC2}" srcOrd="1" destOrd="0" presId="urn:microsoft.com/office/officeart/2005/8/layout/hierarchy1"/>
    <dgm:cxn modelId="{54F0DC56-C5BA-451E-893B-1D4956E71B45}" type="presParOf" srcId="{C91E689D-65B7-4F62-8862-09C84A81EE97}" destId="{02815011-7387-4DD4-BFC7-8C538785292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257771-D6E2-4611-BBD8-E70B863C38D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D0508E-E362-4DD8-A3DF-8E21DB8EA284}">
      <dgm:prSet phldrT="[Text]"/>
      <dgm:spPr/>
      <dgm:t>
        <a:bodyPr/>
        <a:lstStyle/>
        <a:p>
          <a:r>
            <a:rPr lang="en-US" b="1" dirty="0" smtClean="0"/>
            <a:t>ANALYTICS</a:t>
          </a:r>
          <a:endParaRPr lang="en-US" b="1" dirty="0"/>
        </a:p>
      </dgm:t>
    </dgm:pt>
    <dgm:pt modelId="{AC10B627-7EE5-43A4-9115-DC9FDC66CC97}" type="parTrans" cxnId="{5F65564E-8B25-4473-9648-EA69C847CF1C}">
      <dgm:prSet/>
      <dgm:spPr/>
      <dgm:t>
        <a:bodyPr/>
        <a:lstStyle/>
        <a:p>
          <a:endParaRPr lang="en-US"/>
        </a:p>
      </dgm:t>
    </dgm:pt>
    <dgm:pt modelId="{880A3D74-A2F3-4B88-8CA9-6C88A4932ECA}" type="sibTrans" cxnId="{5F65564E-8B25-4473-9648-EA69C847CF1C}">
      <dgm:prSet/>
      <dgm:spPr/>
      <dgm:t>
        <a:bodyPr/>
        <a:lstStyle/>
        <a:p>
          <a:endParaRPr lang="en-US"/>
        </a:p>
      </dgm:t>
    </dgm:pt>
    <dgm:pt modelId="{D506FA01-6793-496F-A868-813DE5164ED6}">
      <dgm:prSet phldrT="[Text]"/>
      <dgm:spPr/>
      <dgm:t>
        <a:bodyPr/>
        <a:lstStyle/>
        <a:p>
          <a:r>
            <a:rPr lang="en-US" dirty="0" smtClean="0"/>
            <a:t>DESCRIPTIVE</a:t>
          </a:r>
          <a:endParaRPr lang="en-US" dirty="0"/>
        </a:p>
      </dgm:t>
    </dgm:pt>
    <dgm:pt modelId="{8C9A7357-6C30-4528-8A63-70FB4FB6546F}" type="parTrans" cxnId="{1B7BABED-413C-4C51-B732-E70E8CA3AF05}">
      <dgm:prSet/>
      <dgm:spPr/>
      <dgm:t>
        <a:bodyPr/>
        <a:lstStyle/>
        <a:p>
          <a:endParaRPr lang="en-US"/>
        </a:p>
      </dgm:t>
    </dgm:pt>
    <dgm:pt modelId="{1DC16CC4-1507-4D81-901F-7AAB2CE7F310}" type="sibTrans" cxnId="{1B7BABED-413C-4C51-B732-E70E8CA3AF05}">
      <dgm:prSet/>
      <dgm:spPr/>
      <dgm:t>
        <a:bodyPr/>
        <a:lstStyle/>
        <a:p>
          <a:endParaRPr lang="en-US"/>
        </a:p>
      </dgm:t>
    </dgm:pt>
    <dgm:pt modelId="{FCB1720F-0A06-4C44-A451-DB09D3AEC033}">
      <dgm:prSet phldrT="[Text]"/>
      <dgm:spPr/>
      <dgm:t>
        <a:bodyPr/>
        <a:lstStyle/>
        <a:p>
          <a:r>
            <a:rPr lang="en-US" dirty="0" smtClean="0"/>
            <a:t>PRESCRIPTIVE</a:t>
          </a:r>
          <a:endParaRPr lang="en-US" dirty="0"/>
        </a:p>
      </dgm:t>
    </dgm:pt>
    <dgm:pt modelId="{97E8A4D5-88DF-4558-92EB-BD4F0F30A03D}" type="parTrans" cxnId="{4263C1A3-CE6A-4ADE-B42E-799BAB8DCE85}">
      <dgm:prSet/>
      <dgm:spPr/>
      <dgm:t>
        <a:bodyPr/>
        <a:lstStyle/>
        <a:p>
          <a:endParaRPr lang="en-US"/>
        </a:p>
      </dgm:t>
    </dgm:pt>
    <dgm:pt modelId="{FE2F9E56-43DF-4F1D-AB11-E18D89056E2E}" type="sibTrans" cxnId="{4263C1A3-CE6A-4ADE-B42E-799BAB8DCE85}">
      <dgm:prSet/>
      <dgm:spPr/>
      <dgm:t>
        <a:bodyPr/>
        <a:lstStyle/>
        <a:p>
          <a:endParaRPr lang="en-US"/>
        </a:p>
      </dgm:t>
    </dgm:pt>
    <dgm:pt modelId="{84F1EC39-56AC-4E48-AC3E-332C274F6CDD}">
      <dgm:prSet phldrT="[Text]"/>
      <dgm:spPr/>
      <dgm:t>
        <a:bodyPr/>
        <a:lstStyle/>
        <a:p>
          <a:r>
            <a:rPr lang="en-US" dirty="0" smtClean="0"/>
            <a:t>WHAT SHOULD WE DO</a:t>
          </a:r>
          <a:endParaRPr lang="en-US" dirty="0"/>
        </a:p>
      </dgm:t>
    </dgm:pt>
    <dgm:pt modelId="{823B6D28-B104-489A-9BA3-FE64D036DC1F}" type="sibTrans" cxnId="{2E5664C3-03EC-4E27-8DC7-3C6072B40F8A}">
      <dgm:prSet/>
      <dgm:spPr/>
      <dgm:t>
        <a:bodyPr/>
        <a:lstStyle/>
        <a:p>
          <a:endParaRPr lang="en-US"/>
        </a:p>
      </dgm:t>
    </dgm:pt>
    <dgm:pt modelId="{9D31BFE2-7BFE-4596-B994-84D04D17E3EB}" type="parTrans" cxnId="{2E5664C3-03EC-4E27-8DC7-3C6072B40F8A}">
      <dgm:prSet/>
      <dgm:spPr/>
      <dgm:t>
        <a:bodyPr/>
        <a:lstStyle/>
        <a:p>
          <a:endParaRPr lang="en-US"/>
        </a:p>
      </dgm:t>
    </dgm:pt>
    <dgm:pt modelId="{BA1E15F7-131A-4BDE-AFF6-71C2CECEF043}">
      <dgm:prSet phldrT="[Text]"/>
      <dgm:spPr/>
      <dgm:t>
        <a:bodyPr/>
        <a:lstStyle/>
        <a:p>
          <a:r>
            <a:rPr lang="en-US" dirty="0" smtClean="0"/>
            <a:t>WHAT IS LIKELY TO HAPPEN</a:t>
          </a:r>
          <a:endParaRPr lang="en-US" dirty="0"/>
        </a:p>
      </dgm:t>
    </dgm:pt>
    <dgm:pt modelId="{6A396212-124F-4778-AB71-5BB7E503C03F}" type="sibTrans" cxnId="{B3C68EAE-120E-4C76-A08B-22B6DF51F7F9}">
      <dgm:prSet/>
      <dgm:spPr/>
      <dgm:t>
        <a:bodyPr/>
        <a:lstStyle/>
        <a:p>
          <a:endParaRPr lang="en-US"/>
        </a:p>
      </dgm:t>
    </dgm:pt>
    <dgm:pt modelId="{B46B15F4-B447-49FB-A87B-4D68429FB809}" type="parTrans" cxnId="{B3C68EAE-120E-4C76-A08B-22B6DF51F7F9}">
      <dgm:prSet/>
      <dgm:spPr/>
      <dgm:t>
        <a:bodyPr/>
        <a:lstStyle/>
        <a:p>
          <a:endParaRPr lang="en-US"/>
        </a:p>
      </dgm:t>
    </dgm:pt>
    <dgm:pt modelId="{ACE6DAC5-3502-4EA9-845A-2827BF405D86}">
      <dgm:prSet phldrT="[Text]"/>
      <dgm:spPr/>
      <dgm:t>
        <a:bodyPr/>
        <a:lstStyle/>
        <a:p>
          <a:r>
            <a:rPr lang="en-US" dirty="0" smtClean="0"/>
            <a:t>PREDICTIVE</a:t>
          </a:r>
          <a:endParaRPr lang="en-US" dirty="0"/>
        </a:p>
      </dgm:t>
    </dgm:pt>
    <dgm:pt modelId="{650BAB17-EF68-4476-889B-8E2E25A2B6B1}" type="parTrans" cxnId="{8FE9BCB9-71FE-47A0-8618-B77481993E69}">
      <dgm:prSet/>
      <dgm:spPr/>
      <dgm:t>
        <a:bodyPr/>
        <a:lstStyle/>
        <a:p>
          <a:endParaRPr lang="en-US"/>
        </a:p>
      </dgm:t>
    </dgm:pt>
    <dgm:pt modelId="{3D5DDCF4-0A00-47AE-B6AB-2E216ECBDF98}" type="sibTrans" cxnId="{8FE9BCB9-71FE-47A0-8618-B77481993E69}">
      <dgm:prSet/>
      <dgm:spPr/>
      <dgm:t>
        <a:bodyPr/>
        <a:lstStyle/>
        <a:p>
          <a:endParaRPr lang="en-US"/>
        </a:p>
      </dgm:t>
    </dgm:pt>
    <dgm:pt modelId="{75078CFC-C0DB-4A79-AC84-73AC079177F8}">
      <dgm:prSet phldrT="[Text]"/>
      <dgm:spPr/>
      <dgm:t>
        <a:bodyPr/>
        <a:lstStyle/>
        <a:p>
          <a:r>
            <a:rPr lang="en-US" dirty="0" smtClean="0"/>
            <a:t>DIAGNOSTIC</a:t>
          </a:r>
          <a:endParaRPr lang="en-US" dirty="0"/>
        </a:p>
      </dgm:t>
    </dgm:pt>
    <dgm:pt modelId="{E84DC58D-7148-426B-BB73-ABA0CD49D2A5}" type="parTrans" cxnId="{01CB3915-3687-4C81-A968-450715E62798}">
      <dgm:prSet/>
      <dgm:spPr/>
      <dgm:t>
        <a:bodyPr/>
        <a:lstStyle/>
        <a:p>
          <a:endParaRPr lang="en-US"/>
        </a:p>
      </dgm:t>
    </dgm:pt>
    <dgm:pt modelId="{6CCE8A0D-9188-4A07-9A1B-CDD9404D0978}" type="sibTrans" cxnId="{01CB3915-3687-4C81-A968-450715E62798}">
      <dgm:prSet/>
      <dgm:spPr/>
      <dgm:t>
        <a:bodyPr/>
        <a:lstStyle/>
        <a:p>
          <a:endParaRPr lang="en-US"/>
        </a:p>
      </dgm:t>
    </dgm:pt>
    <dgm:pt modelId="{61DFFB76-859D-43E0-B774-D869C3A5E56E}">
      <dgm:prSet/>
      <dgm:spPr/>
      <dgm:t>
        <a:bodyPr/>
        <a:lstStyle/>
        <a:p>
          <a:r>
            <a:rPr lang="en-US" dirty="0" smtClean="0"/>
            <a:t>WHAT HAPPENED</a:t>
          </a:r>
          <a:endParaRPr lang="en-US" dirty="0"/>
        </a:p>
      </dgm:t>
    </dgm:pt>
    <dgm:pt modelId="{D8920CE9-F184-4F49-A834-9D4DA56C8572}" type="parTrans" cxnId="{3175CF26-D3DC-4AD3-95AF-56CF27A9B7E7}">
      <dgm:prSet/>
      <dgm:spPr/>
      <dgm:t>
        <a:bodyPr/>
        <a:lstStyle/>
        <a:p>
          <a:endParaRPr lang="en-US"/>
        </a:p>
      </dgm:t>
    </dgm:pt>
    <dgm:pt modelId="{B13D7D44-D816-4A36-A1A4-52F1F417C7A1}" type="sibTrans" cxnId="{3175CF26-D3DC-4AD3-95AF-56CF27A9B7E7}">
      <dgm:prSet/>
      <dgm:spPr/>
      <dgm:t>
        <a:bodyPr/>
        <a:lstStyle/>
        <a:p>
          <a:endParaRPr lang="en-US"/>
        </a:p>
      </dgm:t>
    </dgm:pt>
    <dgm:pt modelId="{50CD354C-A709-4C15-8A63-774FBCDC6B21}">
      <dgm:prSet/>
      <dgm:spPr/>
      <dgm:t>
        <a:bodyPr/>
        <a:lstStyle/>
        <a:p>
          <a:r>
            <a:rPr lang="en-US" dirty="0" smtClean="0"/>
            <a:t>WHY DID IT HAPPEN</a:t>
          </a:r>
          <a:endParaRPr lang="en-US" dirty="0"/>
        </a:p>
      </dgm:t>
    </dgm:pt>
    <dgm:pt modelId="{8D9BC38A-76CC-47B3-AB31-D394AFDA30A0}" type="parTrans" cxnId="{DBCF8087-A36A-4D01-95D4-CC31F8920EA7}">
      <dgm:prSet/>
      <dgm:spPr/>
      <dgm:t>
        <a:bodyPr/>
        <a:lstStyle/>
        <a:p>
          <a:endParaRPr lang="en-US"/>
        </a:p>
      </dgm:t>
    </dgm:pt>
    <dgm:pt modelId="{793E7925-672B-4D02-A257-009FF5AF86BF}" type="sibTrans" cxnId="{DBCF8087-A36A-4D01-95D4-CC31F8920EA7}">
      <dgm:prSet/>
      <dgm:spPr/>
      <dgm:t>
        <a:bodyPr/>
        <a:lstStyle/>
        <a:p>
          <a:endParaRPr lang="en-US"/>
        </a:p>
      </dgm:t>
    </dgm:pt>
    <dgm:pt modelId="{B4B8837F-8654-4FCD-8D34-E691DBF2C757}" type="pres">
      <dgm:prSet presAssocID="{DA257771-D6E2-4611-BBD8-E70B863C38D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B0E21945-DAB6-4EFD-8E71-0FD7A219448E}" type="pres">
      <dgm:prSet presAssocID="{F0D0508E-E362-4DD8-A3DF-8E21DB8EA284}" presName="hierRoot1" presStyleCnt="0"/>
      <dgm:spPr/>
    </dgm:pt>
    <dgm:pt modelId="{A1870881-4F5D-4597-A260-2ADD1C46DAFC}" type="pres">
      <dgm:prSet presAssocID="{F0D0508E-E362-4DD8-A3DF-8E21DB8EA284}" presName="composite" presStyleCnt="0"/>
      <dgm:spPr/>
    </dgm:pt>
    <dgm:pt modelId="{9BA235BB-8FB6-4CF3-8F9A-B0E6ADD9D029}" type="pres">
      <dgm:prSet presAssocID="{F0D0508E-E362-4DD8-A3DF-8E21DB8EA284}" presName="background" presStyleLbl="node0" presStyleIdx="0" presStyleCnt="1"/>
      <dgm:spPr/>
    </dgm:pt>
    <dgm:pt modelId="{10159B2F-F9F6-437C-82BE-55B45363E770}" type="pres">
      <dgm:prSet presAssocID="{F0D0508E-E362-4DD8-A3DF-8E21DB8EA284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89598D9-D323-4E43-ABD9-1D233B71AB14}" type="pres">
      <dgm:prSet presAssocID="{F0D0508E-E362-4DD8-A3DF-8E21DB8EA284}" presName="hierChild2" presStyleCnt="0"/>
      <dgm:spPr/>
    </dgm:pt>
    <dgm:pt modelId="{451BCCA1-D502-4B02-8BF7-8B03AD06C98B}" type="pres">
      <dgm:prSet presAssocID="{8C9A7357-6C30-4528-8A63-70FB4FB6546F}" presName="Name10" presStyleLbl="parChTrans1D2" presStyleIdx="0" presStyleCnt="4"/>
      <dgm:spPr/>
      <dgm:t>
        <a:bodyPr/>
        <a:lstStyle/>
        <a:p>
          <a:endParaRPr lang="en-US"/>
        </a:p>
      </dgm:t>
    </dgm:pt>
    <dgm:pt modelId="{F047114A-B21C-49B3-AC04-4F330DCB81DE}" type="pres">
      <dgm:prSet presAssocID="{D506FA01-6793-496F-A868-813DE5164ED6}" presName="hierRoot2" presStyleCnt="0"/>
      <dgm:spPr/>
    </dgm:pt>
    <dgm:pt modelId="{5C8398CA-9960-480D-B62E-30E39F287317}" type="pres">
      <dgm:prSet presAssocID="{D506FA01-6793-496F-A868-813DE5164ED6}" presName="composite2" presStyleCnt="0"/>
      <dgm:spPr/>
    </dgm:pt>
    <dgm:pt modelId="{9482909F-769E-4575-AA15-90B14F9390D8}" type="pres">
      <dgm:prSet presAssocID="{D506FA01-6793-496F-A868-813DE5164ED6}" presName="background2" presStyleLbl="node2" presStyleIdx="0" presStyleCnt="4"/>
      <dgm:spPr/>
    </dgm:pt>
    <dgm:pt modelId="{67496BFD-7F6C-4F45-BD1C-E4927D7CA004}" type="pres">
      <dgm:prSet presAssocID="{D506FA01-6793-496F-A868-813DE5164ED6}" presName="text2" presStyleLbl="fgAcc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43DA252-8833-4E7B-9AC4-023A36C7181E}" type="pres">
      <dgm:prSet presAssocID="{D506FA01-6793-496F-A868-813DE5164ED6}" presName="hierChild3" presStyleCnt="0"/>
      <dgm:spPr/>
    </dgm:pt>
    <dgm:pt modelId="{3EB609B3-5DAF-4461-B6F4-1E11F937BBEB}" type="pres">
      <dgm:prSet presAssocID="{D8920CE9-F184-4F49-A834-9D4DA56C8572}" presName="Name17" presStyleLbl="parChTrans1D3" presStyleIdx="0" presStyleCnt="4"/>
      <dgm:spPr/>
      <dgm:t>
        <a:bodyPr/>
        <a:lstStyle/>
        <a:p>
          <a:endParaRPr lang="en-US"/>
        </a:p>
      </dgm:t>
    </dgm:pt>
    <dgm:pt modelId="{C2E16F04-B553-4EDD-9AA0-447E6E39A75B}" type="pres">
      <dgm:prSet presAssocID="{61DFFB76-859D-43E0-B774-D869C3A5E56E}" presName="hierRoot3" presStyleCnt="0"/>
      <dgm:spPr/>
    </dgm:pt>
    <dgm:pt modelId="{4019E021-5759-4269-9B6A-BDD3A23A633C}" type="pres">
      <dgm:prSet presAssocID="{61DFFB76-859D-43E0-B774-D869C3A5E56E}" presName="composite3" presStyleCnt="0"/>
      <dgm:spPr/>
    </dgm:pt>
    <dgm:pt modelId="{98A9EA6C-3F3B-4261-87D9-D933BA924103}" type="pres">
      <dgm:prSet presAssocID="{61DFFB76-859D-43E0-B774-D869C3A5E56E}" presName="background3" presStyleLbl="node3" presStyleIdx="0" presStyleCnt="4"/>
      <dgm:spPr/>
    </dgm:pt>
    <dgm:pt modelId="{E4EA7DD8-36DD-4785-B505-EA75BC68DDD8}" type="pres">
      <dgm:prSet presAssocID="{61DFFB76-859D-43E0-B774-D869C3A5E56E}" presName="text3" presStyleLbl="fgAcc3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E0B314E-3BF6-42EB-BA84-7A6897DC7EE2}" type="pres">
      <dgm:prSet presAssocID="{61DFFB76-859D-43E0-B774-D869C3A5E56E}" presName="hierChild4" presStyleCnt="0"/>
      <dgm:spPr/>
    </dgm:pt>
    <dgm:pt modelId="{0F1E550D-3D88-418E-A4A7-29779EFD4E18}" type="pres">
      <dgm:prSet presAssocID="{E84DC58D-7148-426B-BB73-ABA0CD49D2A5}" presName="Name10" presStyleLbl="parChTrans1D2" presStyleIdx="1" presStyleCnt="4"/>
      <dgm:spPr/>
      <dgm:t>
        <a:bodyPr/>
        <a:lstStyle/>
        <a:p>
          <a:endParaRPr lang="en-US"/>
        </a:p>
      </dgm:t>
    </dgm:pt>
    <dgm:pt modelId="{63E019D3-E96F-49BC-B37A-9C6B9ACE8F44}" type="pres">
      <dgm:prSet presAssocID="{75078CFC-C0DB-4A79-AC84-73AC079177F8}" presName="hierRoot2" presStyleCnt="0"/>
      <dgm:spPr/>
    </dgm:pt>
    <dgm:pt modelId="{0DA53709-07ED-493B-86B0-4FBE24C0DFC2}" type="pres">
      <dgm:prSet presAssocID="{75078CFC-C0DB-4A79-AC84-73AC079177F8}" presName="composite2" presStyleCnt="0"/>
      <dgm:spPr/>
    </dgm:pt>
    <dgm:pt modelId="{E9C5CB29-F84A-4578-B2FA-1B3E5AB634E5}" type="pres">
      <dgm:prSet presAssocID="{75078CFC-C0DB-4A79-AC84-73AC079177F8}" presName="background2" presStyleLbl="node2" presStyleIdx="1" presStyleCnt="4"/>
      <dgm:spPr/>
    </dgm:pt>
    <dgm:pt modelId="{60EF98FD-B1A1-4BFA-B94A-4F04AE872E32}" type="pres">
      <dgm:prSet presAssocID="{75078CFC-C0DB-4A79-AC84-73AC079177F8}" presName="text2" presStyleLbl="fgAcc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33C9458-28CB-4DE9-A81C-CF0385755D5B}" type="pres">
      <dgm:prSet presAssocID="{75078CFC-C0DB-4A79-AC84-73AC079177F8}" presName="hierChild3" presStyleCnt="0"/>
      <dgm:spPr/>
    </dgm:pt>
    <dgm:pt modelId="{881E0EDB-DC56-4C61-9189-76C8357CA846}" type="pres">
      <dgm:prSet presAssocID="{8D9BC38A-76CC-47B3-AB31-D394AFDA30A0}" presName="Name17" presStyleLbl="parChTrans1D3" presStyleIdx="1" presStyleCnt="4"/>
      <dgm:spPr/>
      <dgm:t>
        <a:bodyPr/>
        <a:lstStyle/>
        <a:p>
          <a:endParaRPr lang="en-US"/>
        </a:p>
      </dgm:t>
    </dgm:pt>
    <dgm:pt modelId="{EC646EEC-0986-46F9-9393-9B03F2FFD986}" type="pres">
      <dgm:prSet presAssocID="{50CD354C-A709-4C15-8A63-774FBCDC6B21}" presName="hierRoot3" presStyleCnt="0"/>
      <dgm:spPr/>
    </dgm:pt>
    <dgm:pt modelId="{DC49775B-FFB9-45FA-9E81-E9F23BFEDDB6}" type="pres">
      <dgm:prSet presAssocID="{50CD354C-A709-4C15-8A63-774FBCDC6B21}" presName="composite3" presStyleCnt="0"/>
      <dgm:spPr/>
    </dgm:pt>
    <dgm:pt modelId="{4B34B125-FADD-49C0-88D1-4258669A0D74}" type="pres">
      <dgm:prSet presAssocID="{50CD354C-A709-4C15-8A63-774FBCDC6B21}" presName="background3" presStyleLbl="node3" presStyleIdx="1" presStyleCnt="4"/>
      <dgm:spPr/>
    </dgm:pt>
    <dgm:pt modelId="{95FE839E-3F59-4458-865E-B596EC401603}" type="pres">
      <dgm:prSet presAssocID="{50CD354C-A709-4C15-8A63-774FBCDC6B21}" presName="text3" presStyleLbl="fgAcc3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28ADA68-06E6-41EB-A45E-5A2DCCA0F243}" type="pres">
      <dgm:prSet presAssocID="{50CD354C-A709-4C15-8A63-774FBCDC6B21}" presName="hierChild4" presStyleCnt="0"/>
      <dgm:spPr/>
    </dgm:pt>
    <dgm:pt modelId="{AF5A8AAE-FEFD-43C9-897C-E74A74D6EC66}" type="pres">
      <dgm:prSet presAssocID="{650BAB17-EF68-4476-889B-8E2E25A2B6B1}" presName="Name10" presStyleLbl="parChTrans1D2" presStyleIdx="2" presStyleCnt="4"/>
      <dgm:spPr/>
      <dgm:t>
        <a:bodyPr/>
        <a:lstStyle/>
        <a:p>
          <a:endParaRPr lang="en-US"/>
        </a:p>
      </dgm:t>
    </dgm:pt>
    <dgm:pt modelId="{469BA7D4-EB6C-453B-88F3-2C8706C4E8B9}" type="pres">
      <dgm:prSet presAssocID="{ACE6DAC5-3502-4EA9-845A-2827BF405D86}" presName="hierRoot2" presStyleCnt="0"/>
      <dgm:spPr/>
    </dgm:pt>
    <dgm:pt modelId="{ED4DEDBD-CFAA-472E-8384-782CD29B2453}" type="pres">
      <dgm:prSet presAssocID="{ACE6DAC5-3502-4EA9-845A-2827BF405D86}" presName="composite2" presStyleCnt="0"/>
      <dgm:spPr/>
    </dgm:pt>
    <dgm:pt modelId="{3572D1DB-B191-471E-A5C1-8D8D2228D1EA}" type="pres">
      <dgm:prSet presAssocID="{ACE6DAC5-3502-4EA9-845A-2827BF405D86}" presName="background2" presStyleLbl="node2" presStyleIdx="2" presStyleCnt="4"/>
      <dgm:spPr/>
    </dgm:pt>
    <dgm:pt modelId="{C4CF9B8B-A478-49D4-B6F4-90DB74B7BA29}" type="pres">
      <dgm:prSet presAssocID="{ACE6DAC5-3502-4EA9-845A-2827BF405D86}" presName="text2" presStyleLbl="fgAcc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AB40674-5F23-4D20-A56E-F16D1667DC8E}" type="pres">
      <dgm:prSet presAssocID="{ACE6DAC5-3502-4EA9-845A-2827BF405D86}" presName="hierChild3" presStyleCnt="0"/>
      <dgm:spPr/>
    </dgm:pt>
    <dgm:pt modelId="{9BA6EF0F-418F-48D9-8552-E60064108905}" type="pres">
      <dgm:prSet presAssocID="{B46B15F4-B447-49FB-A87B-4D68429FB809}" presName="Name17" presStyleLbl="parChTrans1D3" presStyleIdx="2" presStyleCnt="4"/>
      <dgm:spPr/>
      <dgm:t>
        <a:bodyPr/>
        <a:lstStyle/>
        <a:p>
          <a:endParaRPr lang="en-US"/>
        </a:p>
      </dgm:t>
    </dgm:pt>
    <dgm:pt modelId="{95F961D5-915E-4C46-8913-A15792C50CF3}" type="pres">
      <dgm:prSet presAssocID="{BA1E15F7-131A-4BDE-AFF6-71C2CECEF043}" presName="hierRoot3" presStyleCnt="0"/>
      <dgm:spPr/>
    </dgm:pt>
    <dgm:pt modelId="{208E16AA-2F61-498B-9B86-26193BDC2570}" type="pres">
      <dgm:prSet presAssocID="{BA1E15F7-131A-4BDE-AFF6-71C2CECEF043}" presName="composite3" presStyleCnt="0"/>
      <dgm:spPr/>
    </dgm:pt>
    <dgm:pt modelId="{D9AFDE8A-EC19-49B6-B3A6-382F71346684}" type="pres">
      <dgm:prSet presAssocID="{BA1E15F7-131A-4BDE-AFF6-71C2CECEF043}" presName="background3" presStyleLbl="node3" presStyleIdx="2" presStyleCnt="4"/>
      <dgm:spPr/>
    </dgm:pt>
    <dgm:pt modelId="{52F66BF8-E985-42AE-AF39-E0CE82274DF6}" type="pres">
      <dgm:prSet presAssocID="{BA1E15F7-131A-4BDE-AFF6-71C2CECEF043}" presName="text3" presStyleLbl="fgAcc3" presStyleIdx="2" presStyleCnt="4" custLinFactNeighborX="-6669" custLinFactNeighborY="-1800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5812EEF-4A75-4D51-81F1-70DE2B5AEA09}" type="pres">
      <dgm:prSet presAssocID="{BA1E15F7-131A-4BDE-AFF6-71C2CECEF043}" presName="hierChild4" presStyleCnt="0"/>
      <dgm:spPr/>
    </dgm:pt>
    <dgm:pt modelId="{B4509F1B-68A4-4DAB-8482-D4364A51A4C5}" type="pres">
      <dgm:prSet presAssocID="{97E8A4D5-88DF-4558-92EB-BD4F0F30A03D}" presName="Name10" presStyleLbl="parChTrans1D2" presStyleIdx="3" presStyleCnt="4"/>
      <dgm:spPr/>
      <dgm:t>
        <a:bodyPr/>
        <a:lstStyle/>
        <a:p>
          <a:endParaRPr lang="en-US"/>
        </a:p>
      </dgm:t>
    </dgm:pt>
    <dgm:pt modelId="{7CA5D4DC-F71A-4166-81DC-D5C889136E65}" type="pres">
      <dgm:prSet presAssocID="{FCB1720F-0A06-4C44-A451-DB09D3AEC033}" presName="hierRoot2" presStyleCnt="0"/>
      <dgm:spPr/>
    </dgm:pt>
    <dgm:pt modelId="{A17365FD-D112-4D96-8C89-5648A51A94D1}" type="pres">
      <dgm:prSet presAssocID="{FCB1720F-0A06-4C44-A451-DB09D3AEC033}" presName="composite2" presStyleCnt="0"/>
      <dgm:spPr/>
    </dgm:pt>
    <dgm:pt modelId="{9D6D9F6C-6491-4996-A609-0A5FFE5375F4}" type="pres">
      <dgm:prSet presAssocID="{FCB1720F-0A06-4C44-A451-DB09D3AEC033}" presName="background2" presStyleLbl="node2" presStyleIdx="3" presStyleCnt="4"/>
      <dgm:spPr/>
    </dgm:pt>
    <dgm:pt modelId="{6DF4A6E8-D927-470D-BED9-5C375BC5D937}" type="pres">
      <dgm:prSet presAssocID="{FCB1720F-0A06-4C44-A451-DB09D3AEC033}" presName="text2" presStyleLbl="fgAcc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F70B6C9-0639-4431-9CA5-E7A3890E26ED}" type="pres">
      <dgm:prSet presAssocID="{FCB1720F-0A06-4C44-A451-DB09D3AEC033}" presName="hierChild3" presStyleCnt="0"/>
      <dgm:spPr/>
    </dgm:pt>
    <dgm:pt modelId="{10371E24-5035-4A9C-936D-982817ADC2D9}" type="pres">
      <dgm:prSet presAssocID="{9D31BFE2-7BFE-4596-B994-84D04D17E3EB}" presName="Name17" presStyleLbl="parChTrans1D3" presStyleIdx="3" presStyleCnt="4"/>
      <dgm:spPr/>
      <dgm:t>
        <a:bodyPr/>
        <a:lstStyle/>
        <a:p>
          <a:endParaRPr lang="en-US"/>
        </a:p>
      </dgm:t>
    </dgm:pt>
    <dgm:pt modelId="{F6399CFF-1C0E-4E39-B79A-C6A43F5A3B11}" type="pres">
      <dgm:prSet presAssocID="{84F1EC39-56AC-4E48-AC3E-332C274F6CDD}" presName="hierRoot3" presStyleCnt="0"/>
      <dgm:spPr/>
    </dgm:pt>
    <dgm:pt modelId="{125B16AD-677A-4215-BDFA-7C2A2315C768}" type="pres">
      <dgm:prSet presAssocID="{84F1EC39-56AC-4E48-AC3E-332C274F6CDD}" presName="composite3" presStyleCnt="0"/>
      <dgm:spPr/>
    </dgm:pt>
    <dgm:pt modelId="{2FAB438E-F9DA-44C5-96A1-4BE7699F51DE}" type="pres">
      <dgm:prSet presAssocID="{84F1EC39-56AC-4E48-AC3E-332C274F6CDD}" presName="background3" presStyleLbl="node3" presStyleIdx="3" presStyleCnt="4"/>
      <dgm:spPr/>
    </dgm:pt>
    <dgm:pt modelId="{D69E46D1-D328-44A3-9A0A-15DD11FEDF3E}" type="pres">
      <dgm:prSet presAssocID="{84F1EC39-56AC-4E48-AC3E-332C274F6CDD}" presName="text3" presStyleLbl="fgAcc3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91A80FF-ADF8-452E-88DB-9CDDD502ABE7}" type="pres">
      <dgm:prSet presAssocID="{84F1EC39-56AC-4E48-AC3E-332C274F6CDD}" presName="hierChild4" presStyleCnt="0"/>
      <dgm:spPr/>
    </dgm:pt>
  </dgm:ptLst>
  <dgm:cxnLst>
    <dgm:cxn modelId="{3C66363D-839A-41E9-AC60-0ABEE0C39B6C}" type="presOf" srcId="{75078CFC-C0DB-4A79-AC84-73AC079177F8}" destId="{60EF98FD-B1A1-4BFA-B94A-4F04AE872E32}" srcOrd="0" destOrd="0" presId="urn:microsoft.com/office/officeart/2005/8/layout/hierarchy1"/>
    <dgm:cxn modelId="{2FF7AAD0-C8F0-4FBE-A938-AC2D07ADB66E}" type="presOf" srcId="{84F1EC39-56AC-4E48-AC3E-332C274F6CDD}" destId="{D69E46D1-D328-44A3-9A0A-15DD11FEDF3E}" srcOrd="0" destOrd="0" presId="urn:microsoft.com/office/officeart/2005/8/layout/hierarchy1"/>
    <dgm:cxn modelId="{DBCF8087-A36A-4D01-95D4-CC31F8920EA7}" srcId="{75078CFC-C0DB-4A79-AC84-73AC079177F8}" destId="{50CD354C-A709-4C15-8A63-774FBCDC6B21}" srcOrd="0" destOrd="0" parTransId="{8D9BC38A-76CC-47B3-AB31-D394AFDA30A0}" sibTransId="{793E7925-672B-4D02-A257-009FF5AF86BF}"/>
    <dgm:cxn modelId="{39B560DF-868E-4FB3-BED8-3D9EE29735BE}" type="presOf" srcId="{BA1E15F7-131A-4BDE-AFF6-71C2CECEF043}" destId="{52F66BF8-E985-42AE-AF39-E0CE82274DF6}" srcOrd="0" destOrd="0" presId="urn:microsoft.com/office/officeart/2005/8/layout/hierarchy1"/>
    <dgm:cxn modelId="{B3C68EAE-120E-4C76-A08B-22B6DF51F7F9}" srcId="{ACE6DAC5-3502-4EA9-845A-2827BF405D86}" destId="{BA1E15F7-131A-4BDE-AFF6-71C2CECEF043}" srcOrd="0" destOrd="0" parTransId="{B46B15F4-B447-49FB-A87B-4D68429FB809}" sibTransId="{6A396212-124F-4778-AB71-5BB7E503C03F}"/>
    <dgm:cxn modelId="{1B7BABED-413C-4C51-B732-E70E8CA3AF05}" srcId="{F0D0508E-E362-4DD8-A3DF-8E21DB8EA284}" destId="{D506FA01-6793-496F-A868-813DE5164ED6}" srcOrd="0" destOrd="0" parTransId="{8C9A7357-6C30-4528-8A63-70FB4FB6546F}" sibTransId="{1DC16CC4-1507-4D81-901F-7AAB2CE7F310}"/>
    <dgm:cxn modelId="{B74E6097-ABAF-4C24-B7EA-FCBF547AE538}" type="presOf" srcId="{D506FA01-6793-496F-A868-813DE5164ED6}" destId="{67496BFD-7F6C-4F45-BD1C-E4927D7CA004}" srcOrd="0" destOrd="0" presId="urn:microsoft.com/office/officeart/2005/8/layout/hierarchy1"/>
    <dgm:cxn modelId="{A3D59D74-4827-4192-AAEF-016FCE4C6EC3}" type="presOf" srcId="{8D9BC38A-76CC-47B3-AB31-D394AFDA30A0}" destId="{881E0EDB-DC56-4C61-9189-76C8357CA846}" srcOrd="0" destOrd="0" presId="urn:microsoft.com/office/officeart/2005/8/layout/hierarchy1"/>
    <dgm:cxn modelId="{2B96F5A3-7457-467E-B5C8-301703AD5A9C}" type="presOf" srcId="{97E8A4D5-88DF-4558-92EB-BD4F0F30A03D}" destId="{B4509F1B-68A4-4DAB-8482-D4364A51A4C5}" srcOrd="0" destOrd="0" presId="urn:microsoft.com/office/officeart/2005/8/layout/hierarchy1"/>
    <dgm:cxn modelId="{78255BF2-DBA2-469D-8594-C81BCAFB5359}" type="presOf" srcId="{E84DC58D-7148-426B-BB73-ABA0CD49D2A5}" destId="{0F1E550D-3D88-418E-A4A7-29779EFD4E18}" srcOrd="0" destOrd="0" presId="urn:microsoft.com/office/officeart/2005/8/layout/hierarchy1"/>
    <dgm:cxn modelId="{9B38D5BE-79AF-4BE7-9CE3-B8C500C58C67}" type="presOf" srcId="{ACE6DAC5-3502-4EA9-845A-2827BF405D86}" destId="{C4CF9B8B-A478-49D4-B6F4-90DB74B7BA29}" srcOrd="0" destOrd="0" presId="urn:microsoft.com/office/officeart/2005/8/layout/hierarchy1"/>
    <dgm:cxn modelId="{8403FFA4-4923-4319-B2F3-8EBEC3056BC8}" type="presOf" srcId="{50CD354C-A709-4C15-8A63-774FBCDC6B21}" destId="{95FE839E-3F59-4458-865E-B596EC401603}" srcOrd="0" destOrd="0" presId="urn:microsoft.com/office/officeart/2005/8/layout/hierarchy1"/>
    <dgm:cxn modelId="{E330D149-1AFD-4060-903C-9D966C2378B8}" type="presOf" srcId="{9D31BFE2-7BFE-4596-B994-84D04D17E3EB}" destId="{10371E24-5035-4A9C-936D-982817ADC2D9}" srcOrd="0" destOrd="0" presId="urn:microsoft.com/office/officeart/2005/8/layout/hierarchy1"/>
    <dgm:cxn modelId="{404BC2A0-DF53-4263-B97B-90BC85D0392F}" type="presOf" srcId="{F0D0508E-E362-4DD8-A3DF-8E21DB8EA284}" destId="{10159B2F-F9F6-437C-82BE-55B45363E770}" srcOrd="0" destOrd="0" presId="urn:microsoft.com/office/officeart/2005/8/layout/hierarchy1"/>
    <dgm:cxn modelId="{4263C1A3-CE6A-4ADE-B42E-799BAB8DCE85}" srcId="{F0D0508E-E362-4DD8-A3DF-8E21DB8EA284}" destId="{FCB1720F-0A06-4C44-A451-DB09D3AEC033}" srcOrd="3" destOrd="0" parTransId="{97E8A4D5-88DF-4558-92EB-BD4F0F30A03D}" sibTransId="{FE2F9E56-43DF-4F1D-AB11-E18D89056E2E}"/>
    <dgm:cxn modelId="{35FCB014-1E7B-4C0D-89A3-D93BB80C41F5}" type="presOf" srcId="{61DFFB76-859D-43E0-B774-D869C3A5E56E}" destId="{E4EA7DD8-36DD-4785-B505-EA75BC68DDD8}" srcOrd="0" destOrd="0" presId="urn:microsoft.com/office/officeart/2005/8/layout/hierarchy1"/>
    <dgm:cxn modelId="{8FE9BCB9-71FE-47A0-8618-B77481993E69}" srcId="{F0D0508E-E362-4DD8-A3DF-8E21DB8EA284}" destId="{ACE6DAC5-3502-4EA9-845A-2827BF405D86}" srcOrd="2" destOrd="0" parTransId="{650BAB17-EF68-4476-889B-8E2E25A2B6B1}" sibTransId="{3D5DDCF4-0A00-47AE-B6AB-2E216ECBDF98}"/>
    <dgm:cxn modelId="{E6BB1708-0B32-44EE-9F2B-070811D422E5}" type="presOf" srcId="{B46B15F4-B447-49FB-A87B-4D68429FB809}" destId="{9BA6EF0F-418F-48D9-8552-E60064108905}" srcOrd="0" destOrd="0" presId="urn:microsoft.com/office/officeart/2005/8/layout/hierarchy1"/>
    <dgm:cxn modelId="{3175CF26-D3DC-4AD3-95AF-56CF27A9B7E7}" srcId="{D506FA01-6793-496F-A868-813DE5164ED6}" destId="{61DFFB76-859D-43E0-B774-D869C3A5E56E}" srcOrd="0" destOrd="0" parTransId="{D8920CE9-F184-4F49-A834-9D4DA56C8572}" sibTransId="{B13D7D44-D816-4A36-A1A4-52F1F417C7A1}"/>
    <dgm:cxn modelId="{EFC9E0BA-AF2F-4E90-AA8D-A1257E543700}" type="presOf" srcId="{8C9A7357-6C30-4528-8A63-70FB4FB6546F}" destId="{451BCCA1-D502-4B02-8BF7-8B03AD06C98B}" srcOrd="0" destOrd="0" presId="urn:microsoft.com/office/officeart/2005/8/layout/hierarchy1"/>
    <dgm:cxn modelId="{5F65564E-8B25-4473-9648-EA69C847CF1C}" srcId="{DA257771-D6E2-4611-BBD8-E70B863C38D7}" destId="{F0D0508E-E362-4DD8-A3DF-8E21DB8EA284}" srcOrd="0" destOrd="0" parTransId="{AC10B627-7EE5-43A4-9115-DC9FDC66CC97}" sibTransId="{880A3D74-A2F3-4B88-8CA9-6C88A4932ECA}"/>
    <dgm:cxn modelId="{01CB3915-3687-4C81-A968-450715E62798}" srcId="{F0D0508E-E362-4DD8-A3DF-8E21DB8EA284}" destId="{75078CFC-C0DB-4A79-AC84-73AC079177F8}" srcOrd="1" destOrd="0" parTransId="{E84DC58D-7148-426B-BB73-ABA0CD49D2A5}" sibTransId="{6CCE8A0D-9188-4A07-9A1B-CDD9404D0978}"/>
    <dgm:cxn modelId="{9EB4B290-CEB1-457F-962E-7DEA959F93B6}" type="presOf" srcId="{650BAB17-EF68-4476-889B-8E2E25A2B6B1}" destId="{AF5A8AAE-FEFD-43C9-897C-E74A74D6EC66}" srcOrd="0" destOrd="0" presId="urn:microsoft.com/office/officeart/2005/8/layout/hierarchy1"/>
    <dgm:cxn modelId="{6021C775-4EF4-4D86-A4AC-0BB34F690A90}" type="presOf" srcId="{D8920CE9-F184-4F49-A834-9D4DA56C8572}" destId="{3EB609B3-5DAF-4461-B6F4-1E11F937BBEB}" srcOrd="0" destOrd="0" presId="urn:microsoft.com/office/officeart/2005/8/layout/hierarchy1"/>
    <dgm:cxn modelId="{7410AED6-92B6-4132-B5FD-5DD43717915A}" type="presOf" srcId="{FCB1720F-0A06-4C44-A451-DB09D3AEC033}" destId="{6DF4A6E8-D927-470D-BED9-5C375BC5D937}" srcOrd="0" destOrd="0" presId="urn:microsoft.com/office/officeart/2005/8/layout/hierarchy1"/>
    <dgm:cxn modelId="{2E5664C3-03EC-4E27-8DC7-3C6072B40F8A}" srcId="{FCB1720F-0A06-4C44-A451-DB09D3AEC033}" destId="{84F1EC39-56AC-4E48-AC3E-332C274F6CDD}" srcOrd="0" destOrd="0" parTransId="{9D31BFE2-7BFE-4596-B994-84D04D17E3EB}" sibTransId="{823B6D28-B104-489A-9BA3-FE64D036DC1F}"/>
    <dgm:cxn modelId="{CD82E81F-2C55-4C68-AA84-BDA5E3EAC39F}" type="presOf" srcId="{DA257771-D6E2-4611-BBD8-E70B863C38D7}" destId="{B4B8837F-8654-4FCD-8D34-E691DBF2C757}" srcOrd="0" destOrd="0" presId="urn:microsoft.com/office/officeart/2005/8/layout/hierarchy1"/>
    <dgm:cxn modelId="{781A955A-2299-405B-A7B3-CABAB5BD84A6}" type="presParOf" srcId="{B4B8837F-8654-4FCD-8D34-E691DBF2C757}" destId="{B0E21945-DAB6-4EFD-8E71-0FD7A219448E}" srcOrd="0" destOrd="0" presId="urn:microsoft.com/office/officeart/2005/8/layout/hierarchy1"/>
    <dgm:cxn modelId="{18FD7DFF-2011-4120-9371-0CE67FC5965C}" type="presParOf" srcId="{B0E21945-DAB6-4EFD-8E71-0FD7A219448E}" destId="{A1870881-4F5D-4597-A260-2ADD1C46DAFC}" srcOrd="0" destOrd="0" presId="urn:microsoft.com/office/officeart/2005/8/layout/hierarchy1"/>
    <dgm:cxn modelId="{70AD3AD5-CEA9-4518-851F-2329C5A17932}" type="presParOf" srcId="{A1870881-4F5D-4597-A260-2ADD1C46DAFC}" destId="{9BA235BB-8FB6-4CF3-8F9A-B0E6ADD9D029}" srcOrd="0" destOrd="0" presId="urn:microsoft.com/office/officeart/2005/8/layout/hierarchy1"/>
    <dgm:cxn modelId="{16FC145F-EA8C-4631-BF88-9CBA401CC98B}" type="presParOf" srcId="{A1870881-4F5D-4597-A260-2ADD1C46DAFC}" destId="{10159B2F-F9F6-437C-82BE-55B45363E770}" srcOrd="1" destOrd="0" presId="urn:microsoft.com/office/officeart/2005/8/layout/hierarchy1"/>
    <dgm:cxn modelId="{B9C7B451-C584-452E-8634-1E411BC66AA3}" type="presParOf" srcId="{B0E21945-DAB6-4EFD-8E71-0FD7A219448E}" destId="{189598D9-D323-4E43-ABD9-1D233B71AB14}" srcOrd="1" destOrd="0" presId="urn:microsoft.com/office/officeart/2005/8/layout/hierarchy1"/>
    <dgm:cxn modelId="{02F88E1F-4DC9-4288-B4D3-4BAAAC2EE27D}" type="presParOf" srcId="{189598D9-D323-4E43-ABD9-1D233B71AB14}" destId="{451BCCA1-D502-4B02-8BF7-8B03AD06C98B}" srcOrd="0" destOrd="0" presId="urn:microsoft.com/office/officeart/2005/8/layout/hierarchy1"/>
    <dgm:cxn modelId="{2EBCD778-ABB1-43D5-BE68-5FC05D53A09B}" type="presParOf" srcId="{189598D9-D323-4E43-ABD9-1D233B71AB14}" destId="{F047114A-B21C-49B3-AC04-4F330DCB81DE}" srcOrd="1" destOrd="0" presId="urn:microsoft.com/office/officeart/2005/8/layout/hierarchy1"/>
    <dgm:cxn modelId="{2A59E0CD-8240-40AA-8FA9-39C60ADF89D3}" type="presParOf" srcId="{F047114A-B21C-49B3-AC04-4F330DCB81DE}" destId="{5C8398CA-9960-480D-B62E-30E39F287317}" srcOrd="0" destOrd="0" presId="urn:microsoft.com/office/officeart/2005/8/layout/hierarchy1"/>
    <dgm:cxn modelId="{E9BF6FEE-7A76-449A-9FBD-F47D39F2F326}" type="presParOf" srcId="{5C8398CA-9960-480D-B62E-30E39F287317}" destId="{9482909F-769E-4575-AA15-90B14F9390D8}" srcOrd="0" destOrd="0" presId="urn:microsoft.com/office/officeart/2005/8/layout/hierarchy1"/>
    <dgm:cxn modelId="{7C93D1F0-51EA-4B65-8A43-2C56E1956F12}" type="presParOf" srcId="{5C8398CA-9960-480D-B62E-30E39F287317}" destId="{67496BFD-7F6C-4F45-BD1C-E4927D7CA004}" srcOrd="1" destOrd="0" presId="urn:microsoft.com/office/officeart/2005/8/layout/hierarchy1"/>
    <dgm:cxn modelId="{42E967E2-1310-4C7A-937A-61D3D4356BDF}" type="presParOf" srcId="{F047114A-B21C-49B3-AC04-4F330DCB81DE}" destId="{743DA252-8833-4E7B-9AC4-023A36C7181E}" srcOrd="1" destOrd="0" presId="urn:microsoft.com/office/officeart/2005/8/layout/hierarchy1"/>
    <dgm:cxn modelId="{3EB41B9B-0BFC-4CDE-99D6-B02043EBD40A}" type="presParOf" srcId="{743DA252-8833-4E7B-9AC4-023A36C7181E}" destId="{3EB609B3-5DAF-4461-B6F4-1E11F937BBEB}" srcOrd="0" destOrd="0" presId="urn:microsoft.com/office/officeart/2005/8/layout/hierarchy1"/>
    <dgm:cxn modelId="{9FA06A63-781E-4DF4-ABFC-6BA33C45D1E2}" type="presParOf" srcId="{743DA252-8833-4E7B-9AC4-023A36C7181E}" destId="{C2E16F04-B553-4EDD-9AA0-447E6E39A75B}" srcOrd="1" destOrd="0" presId="urn:microsoft.com/office/officeart/2005/8/layout/hierarchy1"/>
    <dgm:cxn modelId="{A927B558-4B4C-4302-BF13-513AE34C7C79}" type="presParOf" srcId="{C2E16F04-B553-4EDD-9AA0-447E6E39A75B}" destId="{4019E021-5759-4269-9B6A-BDD3A23A633C}" srcOrd="0" destOrd="0" presId="urn:microsoft.com/office/officeart/2005/8/layout/hierarchy1"/>
    <dgm:cxn modelId="{B792EFB5-228A-47C6-8B4B-82C53ACB2740}" type="presParOf" srcId="{4019E021-5759-4269-9B6A-BDD3A23A633C}" destId="{98A9EA6C-3F3B-4261-87D9-D933BA924103}" srcOrd="0" destOrd="0" presId="urn:microsoft.com/office/officeart/2005/8/layout/hierarchy1"/>
    <dgm:cxn modelId="{A9D57C8E-FC9C-4406-8B48-9961711ACE20}" type="presParOf" srcId="{4019E021-5759-4269-9B6A-BDD3A23A633C}" destId="{E4EA7DD8-36DD-4785-B505-EA75BC68DDD8}" srcOrd="1" destOrd="0" presId="urn:microsoft.com/office/officeart/2005/8/layout/hierarchy1"/>
    <dgm:cxn modelId="{C972C21D-D2DE-489E-9C7D-3EF76D16A4C6}" type="presParOf" srcId="{C2E16F04-B553-4EDD-9AA0-447E6E39A75B}" destId="{9E0B314E-3BF6-42EB-BA84-7A6897DC7EE2}" srcOrd="1" destOrd="0" presId="urn:microsoft.com/office/officeart/2005/8/layout/hierarchy1"/>
    <dgm:cxn modelId="{4DEC34DE-19CC-41FA-96C8-2AD1F7061FC2}" type="presParOf" srcId="{189598D9-D323-4E43-ABD9-1D233B71AB14}" destId="{0F1E550D-3D88-418E-A4A7-29779EFD4E18}" srcOrd="2" destOrd="0" presId="urn:microsoft.com/office/officeart/2005/8/layout/hierarchy1"/>
    <dgm:cxn modelId="{4A5F5B4E-7BBF-4FD5-87E1-085DC77B3A90}" type="presParOf" srcId="{189598D9-D323-4E43-ABD9-1D233B71AB14}" destId="{63E019D3-E96F-49BC-B37A-9C6B9ACE8F44}" srcOrd="3" destOrd="0" presId="urn:microsoft.com/office/officeart/2005/8/layout/hierarchy1"/>
    <dgm:cxn modelId="{7AA3E768-2588-4E7D-AB5B-CEF33EF4E57E}" type="presParOf" srcId="{63E019D3-E96F-49BC-B37A-9C6B9ACE8F44}" destId="{0DA53709-07ED-493B-86B0-4FBE24C0DFC2}" srcOrd="0" destOrd="0" presId="urn:microsoft.com/office/officeart/2005/8/layout/hierarchy1"/>
    <dgm:cxn modelId="{345C58A1-7551-4A5B-8C9D-4C23E8133CCF}" type="presParOf" srcId="{0DA53709-07ED-493B-86B0-4FBE24C0DFC2}" destId="{E9C5CB29-F84A-4578-B2FA-1B3E5AB634E5}" srcOrd="0" destOrd="0" presId="urn:microsoft.com/office/officeart/2005/8/layout/hierarchy1"/>
    <dgm:cxn modelId="{6DFAB6E6-A14F-4445-9212-6D26736C8F70}" type="presParOf" srcId="{0DA53709-07ED-493B-86B0-4FBE24C0DFC2}" destId="{60EF98FD-B1A1-4BFA-B94A-4F04AE872E32}" srcOrd="1" destOrd="0" presId="urn:microsoft.com/office/officeart/2005/8/layout/hierarchy1"/>
    <dgm:cxn modelId="{AEBA797C-A8E4-4652-AF62-27C644EF68BA}" type="presParOf" srcId="{63E019D3-E96F-49BC-B37A-9C6B9ACE8F44}" destId="{433C9458-28CB-4DE9-A81C-CF0385755D5B}" srcOrd="1" destOrd="0" presId="urn:microsoft.com/office/officeart/2005/8/layout/hierarchy1"/>
    <dgm:cxn modelId="{CF562377-EC25-4F2D-A809-F408E5F08707}" type="presParOf" srcId="{433C9458-28CB-4DE9-A81C-CF0385755D5B}" destId="{881E0EDB-DC56-4C61-9189-76C8357CA846}" srcOrd="0" destOrd="0" presId="urn:microsoft.com/office/officeart/2005/8/layout/hierarchy1"/>
    <dgm:cxn modelId="{7085D067-DF9C-4423-916D-C2729D40388B}" type="presParOf" srcId="{433C9458-28CB-4DE9-A81C-CF0385755D5B}" destId="{EC646EEC-0986-46F9-9393-9B03F2FFD986}" srcOrd="1" destOrd="0" presId="urn:microsoft.com/office/officeart/2005/8/layout/hierarchy1"/>
    <dgm:cxn modelId="{067C5482-5F98-464F-B1CE-259E50FE7F4E}" type="presParOf" srcId="{EC646EEC-0986-46F9-9393-9B03F2FFD986}" destId="{DC49775B-FFB9-45FA-9E81-E9F23BFEDDB6}" srcOrd="0" destOrd="0" presId="urn:microsoft.com/office/officeart/2005/8/layout/hierarchy1"/>
    <dgm:cxn modelId="{C33DD93C-3904-4EC0-9DDD-F583615DDA56}" type="presParOf" srcId="{DC49775B-FFB9-45FA-9E81-E9F23BFEDDB6}" destId="{4B34B125-FADD-49C0-88D1-4258669A0D74}" srcOrd="0" destOrd="0" presId="urn:microsoft.com/office/officeart/2005/8/layout/hierarchy1"/>
    <dgm:cxn modelId="{00014458-6AC7-4C30-9A5A-E16C8C9AF584}" type="presParOf" srcId="{DC49775B-FFB9-45FA-9E81-E9F23BFEDDB6}" destId="{95FE839E-3F59-4458-865E-B596EC401603}" srcOrd="1" destOrd="0" presId="urn:microsoft.com/office/officeart/2005/8/layout/hierarchy1"/>
    <dgm:cxn modelId="{E71005F4-1FAA-4583-B63C-DCEB82AA3194}" type="presParOf" srcId="{EC646EEC-0986-46F9-9393-9B03F2FFD986}" destId="{028ADA68-06E6-41EB-A45E-5A2DCCA0F243}" srcOrd="1" destOrd="0" presId="urn:microsoft.com/office/officeart/2005/8/layout/hierarchy1"/>
    <dgm:cxn modelId="{2378C732-282A-4D91-BEBB-C84583CC9179}" type="presParOf" srcId="{189598D9-D323-4E43-ABD9-1D233B71AB14}" destId="{AF5A8AAE-FEFD-43C9-897C-E74A74D6EC66}" srcOrd="4" destOrd="0" presId="urn:microsoft.com/office/officeart/2005/8/layout/hierarchy1"/>
    <dgm:cxn modelId="{16F99ED2-BC93-45B5-B5F0-C7CF0F09C749}" type="presParOf" srcId="{189598D9-D323-4E43-ABD9-1D233B71AB14}" destId="{469BA7D4-EB6C-453B-88F3-2C8706C4E8B9}" srcOrd="5" destOrd="0" presId="urn:microsoft.com/office/officeart/2005/8/layout/hierarchy1"/>
    <dgm:cxn modelId="{178DC2EE-9855-40D3-A037-BFD501C64A5C}" type="presParOf" srcId="{469BA7D4-EB6C-453B-88F3-2C8706C4E8B9}" destId="{ED4DEDBD-CFAA-472E-8384-782CD29B2453}" srcOrd="0" destOrd="0" presId="urn:microsoft.com/office/officeart/2005/8/layout/hierarchy1"/>
    <dgm:cxn modelId="{DC8BA7AD-A7C4-474E-AAE2-58C4B28896EE}" type="presParOf" srcId="{ED4DEDBD-CFAA-472E-8384-782CD29B2453}" destId="{3572D1DB-B191-471E-A5C1-8D8D2228D1EA}" srcOrd="0" destOrd="0" presId="urn:microsoft.com/office/officeart/2005/8/layout/hierarchy1"/>
    <dgm:cxn modelId="{9F110779-7DDA-4083-8B2E-53CB82A297A6}" type="presParOf" srcId="{ED4DEDBD-CFAA-472E-8384-782CD29B2453}" destId="{C4CF9B8B-A478-49D4-B6F4-90DB74B7BA29}" srcOrd="1" destOrd="0" presId="urn:microsoft.com/office/officeart/2005/8/layout/hierarchy1"/>
    <dgm:cxn modelId="{72A59739-FB8E-4416-8A39-118B39541793}" type="presParOf" srcId="{469BA7D4-EB6C-453B-88F3-2C8706C4E8B9}" destId="{BAB40674-5F23-4D20-A56E-F16D1667DC8E}" srcOrd="1" destOrd="0" presId="urn:microsoft.com/office/officeart/2005/8/layout/hierarchy1"/>
    <dgm:cxn modelId="{9E99F6D9-36E4-4474-8AED-E491D3326029}" type="presParOf" srcId="{BAB40674-5F23-4D20-A56E-F16D1667DC8E}" destId="{9BA6EF0F-418F-48D9-8552-E60064108905}" srcOrd="0" destOrd="0" presId="urn:microsoft.com/office/officeart/2005/8/layout/hierarchy1"/>
    <dgm:cxn modelId="{A1F16597-5137-449D-A7F1-EE6B38979B65}" type="presParOf" srcId="{BAB40674-5F23-4D20-A56E-F16D1667DC8E}" destId="{95F961D5-915E-4C46-8913-A15792C50CF3}" srcOrd="1" destOrd="0" presId="urn:microsoft.com/office/officeart/2005/8/layout/hierarchy1"/>
    <dgm:cxn modelId="{9FEB21A8-62B0-43F5-82B4-C4CF24E28BED}" type="presParOf" srcId="{95F961D5-915E-4C46-8913-A15792C50CF3}" destId="{208E16AA-2F61-498B-9B86-26193BDC2570}" srcOrd="0" destOrd="0" presId="urn:microsoft.com/office/officeart/2005/8/layout/hierarchy1"/>
    <dgm:cxn modelId="{7F8C6979-A83C-4394-905D-83D4CC2A87FE}" type="presParOf" srcId="{208E16AA-2F61-498B-9B86-26193BDC2570}" destId="{D9AFDE8A-EC19-49B6-B3A6-382F71346684}" srcOrd="0" destOrd="0" presId="urn:microsoft.com/office/officeart/2005/8/layout/hierarchy1"/>
    <dgm:cxn modelId="{8896F9EC-2AA0-4A12-A3E0-EC470D304AD3}" type="presParOf" srcId="{208E16AA-2F61-498B-9B86-26193BDC2570}" destId="{52F66BF8-E985-42AE-AF39-E0CE82274DF6}" srcOrd="1" destOrd="0" presId="urn:microsoft.com/office/officeart/2005/8/layout/hierarchy1"/>
    <dgm:cxn modelId="{CC5747F6-D233-40B4-B094-499EEEDB700F}" type="presParOf" srcId="{95F961D5-915E-4C46-8913-A15792C50CF3}" destId="{35812EEF-4A75-4D51-81F1-70DE2B5AEA09}" srcOrd="1" destOrd="0" presId="urn:microsoft.com/office/officeart/2005/8/layout/hierarchy1"/>
    <dgm:cxn modelId="{534EBFAC-7F44-4089-8088-0D028EC19C57}" type="presParOf" srcId="{189598D9-D323-4E43-ABD9-1D233B71AB14}" destId="{B4509F1B-68A4-4DAB-8482-D4364A51A4C5}" srcOrd="6" destOrd="0" presId="urn:microsoft.com/office/officeart/2005/8/layout/hierarchy1"/>
    <dgm:cxn modelId="{58761D35-F38D-4884-9CF4-195701EB66E9}" type="presParOf" srcId="{189598D9-D323-4E43-ABD9-1D233B71AB14}" destId="{7CA5D4DC-F71A-4166-81DC-D5C889136E65}" srcOrd="7" destOrd="0" presId="urn:microsoft.com/office/officeart/2005/8/layout/hierarchy1"/>
    <dgm:cxn modelId="{09C47C2E-D642-4B58-91F3-B83C7458583F}" type="presParOf" srcId="{7CA5D4DC-F71A-4166-81DC-D5C889136E65}" destId="{A17365FD-D112-4D96-8C89-5648A51A94D1}" srcOrd="0" destOrd="0" presId="urn:microsoft.com/office/officeart/2005/8/layout/hierarchy1"/>
    <dgm:cxn modelId="{F6AACC5B-F4D4-4D04-B78A-07A630E31BE4}" type="presParOf" srcId="{A17365FD-D112-4D96-8C89-5648A51A94D1}" destId="{9D6D9F6C-6491-4996-A609-0A5FFE5375F4}" srcOrd="0" destOrd="0" presId="urn:microsoft.com/office/officeart/2005/8/layout/hierarchy1"/>
    <dgm:cxn modelId="{36A7FE9A-0BF1-41E7-8E88-06F4AB0906BC}" type="presParOf" srcId="{A17365FD-D112-4D96-8C89-5648A51A94D1}" destId="{6DF4A6E8-D927-470D-BED9-5C375BC5D937}" srcOrd="1" destOrd="0" presId="urn:microsoft.com/office/officeart/2005/8/layout/hierarchy1"/>
    <dgm:cxn modelId="{0B1CE731-75C9-4719-AE31-8EFD36452B3D}" type="presParOf" srcId="{7CA5D4DC-F71A-4166-81DC-D5C889136E65}" destId="{4F70B6C9-0639-4431-9CA5-E7A3890E26ED}" srcOrd="1" destOrd="0" presId="urn:microsoft.com/office/officeart/2005/8/layout/hierarchy1"/>
    <dgm:cxn modelId="{85F219D5-AF59-4484-9EA5-CC6886177A94}" type="presParOf" srcId="{4F70B6C9-0639-4431-9CA5-E7A3890E26ED}" destId="{10371E24-5035-4A9C-936D-982817ADC2D9}" srcOrd="0" destOrd="0" presId="urn:microsoft.com/office/officeart/2005/8/layout/hierarchy1"/>
    <dgm:cxn modelId="{D4E108FF-52F2-4F64-8CEA-934D34AC6DC6}" type="presParOf" srcId="{4F70B6C9-0639-4431-9CA5-E7A3890E26ED}" destId="{F6399CFF-1C0E-4E39-B79A-C6A43F5A3B11}" srcOrd="1" destOrd="0" presId="urn:microsoft.com/office/officeart/2005/8/layout/hierarchy1"/>
    <dgm:cxn modelId="{907205BF-72FB-4347-9578-5CBCAD3B432E}" type="presParOf" srcId="{F6399CFF-1C0E-4E39-B79A-C6A43F5A3B11}" destId="{125B16AD-677A-4215-BDFA-7C2A2315C768}" srcOrd="0" destOrd="0" presId="urn:microsoft.com/office/officeart/2005/8/layout/hierarchy1"/>
    <dgm:cxn modelId="{E8DEF318-8BDC-4A68-B6E5-4A94412FCDA8}" type="presParOf" srcId="{125B16AD-677A-4215-BDFA-7C2A2315C768}" destId="{2FAB438E-F9DA-44C5-96A1-4BE7699F51DE}" srcOrd="0" destOrd="0" presId="urn:microsoft.com/office/officeart/2005/8/layout/hierarchy1"/>
    <dgm:cxn modelId="{A1563728-3F9B-4431-90EE-3AB5BEC07DFA}" type="presParOf" srcId="{125B16AD-677A-4215-BDFA-7C2A2315C768}" destId="{D69E46D1-D328-44A3-9A0A-15DD11FEDF3E}" srcOrd="1" destOrd="0" presId="urn:microsoft.com/office/officeart/2005/8/layout/hierarchy1"/>
    <dgm:cxn modelId="{5C4BF7E2-D2F4-4E8C-A6C3-939A158E24C3}" type="presParOf" srcId="{F6399CFF-1C0E-4E39-B79A-C6A43F5A3B11}" destId="{D91A80FF-ADF8-452E-88DB-9CDDD502ABE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5AB174-A40C-4E52-8BC6-BC5E56619A6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1092A6-0014-4C92-BE56-13C3EE73241F}">
      <dgm:prSet phldrT="[Text]" custT="1"/>
      <dgm:spPr/>
      <dgm:t>
        <a:bodyPr/>
        <a:lstStyle/>
        <a:p>
          <a:r>
            <a:rPr lang="en-US" sz="3600" dirty="0" smtClean="0"/>
            <a:t>ML</a:t>
          </a:r>
          <a:endParaRPr lang="en-US" sz="3600" dirty="0"/>
        </a:p>
      </dgm:t>
    </dgm:pt>
    <dgm:pt modelId="{D00AFB6C-4421-48D0-8FB9-3AF3A934DA8B}" type="parTrans" cxnId="{E48957D2-4524-477B-AEA6-EDCBB173F1F0}">
      <dgm:prSet/>
      <dgm:spPr/>
      <dgm:t>
        <a:bodyPr/>
        <a:lstStyle/>
        <a:p>
          <a:endParaRPr lang="en-US"/>
        </a:p>
      </dgm:t>
    </dgm:pt>
    <dgm:pt modelId="{3BB6E5AC-CF05-432C-814D-B94BBB99BBA1}" type="sibTrans" cxnId="{E48957D2-4524-477B-AEA6-EDCBB173F1F0}">
      <dgm:prSet/>
      <dgm:spPr/>
      <dgm:t>
        <a:bodyPr/>
        <a:lstStyle/>
        <a:p>
          <a:endParaRPr lang="en-US"/>
        </a:p>
      </dgm:t>
    </dgm:pt>
    <dgm:pt modelId="{7ED00AAC-D588-4F29-902E-29E348711A3B}">
      <dgm:prSet phldrT="[Text]" custT="1"/>
      <dgm:spPr/>
      <dgm:t>
        <a:bodyPr/>
        <a:lstStyle/>
        <a:p>
          <a:r>
            <a:rPr lang="en-US" sz="2000" b="1" dirty="0" smtClean="0"/>
            <a:t>SUPERVISED</a:t>
          </a:r>
          <a:endParaRPr lang="en-US" sz="2000" b="1" dirty="0"/>
        </a:p>
      </dgm:t>
    </dgm:pt>
    <dgm:pt modelId="{BB8E26C7-4030-48D5-86EE-BD022D6D2A7D}" type="parTrans" cxnId="{C336194E-87F9-4A09-B0BF-F86DFD78F732}">
      <dgm:prSet/>
      <dgm:spPr/>
      <dgm:t>
        <a:bodyPr/>
        <a:lstStyle/>
        <a:p>
          <a:endParaRPr lang="en-US"/>
        </a:p>
      </dgm:t>
    </dgm:pt>
    <dgm:pt modelId="{3EEEF7F9-96C8-415A-B781-69060843FD43}" type="sibTrans" cxnId="{C336194E-87F9-4A09-B0BF-F86DFD78F732}">
      <dgm:prSet/>
      <dgm:spPr/>
      <dgm:t>
        <a:bodyPr/>
        <a:lstStyle/>
        <a:p>
          <a:endParaRPr lang="en-US"/>
        </a:p>
      </dgm:t>
    </dgm:pt>
    <dgm:pt modelId="{929D91FD-179A-4935-B34C-61DD17AD564B}">
      <dgm:prSet phldrT="[Text]" custT="1"/>
      <dgm:spPr/>
      <dgm:t>
        <a:bodyPr/>
        <a:lstStyle/>
        <a:p>
          <a:r>
            <a:rPr lang="en-US" sz="1800" b="1" dirty="0" smtClean="0"/>
            <a:t>REGRESSION</a:t>
          </a:r>
          <a:r>
            <a:rPr lang="en-US" sz="1600" dirty="0" smtClean="0"/>
            <a:t>	</a:t>
          </a:r>
          <a:endParaRPr lang="en-US" sz="1600" dirty="0"/>
        </a:p>
      </dgm:t>
    </dgm:pt>
    <dgm:pt modelId="{877CF5D5-1FFB-4399-9509-271857A300C7}" type="parTrans" cxnId="{C8F56DFC-17D5-41FA-97CF-5DABE37DD6FC}">
      <dgm:prSet/>
      <dgm:spPr/>
      <dgm:t>
        <a:bodyPr/>
        <a:lstStyle/>
        <a:p>
          <a:endParaRPr lang="en-US"/>
        </a:p>
      </dgm:t>
    </dgm:pt>
    <dgm:pt modelId="{DBD4D9C8-B6DC-45E1-A046-068629B04EA2}" type="sibTrans" cxnId="{C8F56DFC-17D5-41FA-97CF-5DABE37DD6FC}">
      <dgm:prSet/>
      <dgm:spPr/>
      <dgm:t>
        <a:bodyPr/>
        <a:lstStyle/>
        <a:p>
          <a:endParaRPr lang="en-US"/>
        </a:p>
      </dgm:t>
    </dgm:pt>
    <dgm:pt modelId="{F69AE645-F8F4-4C7D-B885-735AA1B24CD1}">
      <dgm:prSet phldrT="[Text]" custT="1"/>
      <dgm:spPr/>
      <dgm:t>
        <a:bodyPr/>
        <a:lstStyle/>
        <a:p>
          <a:r>
            <a:rPr lang="en-US" sz="1600" b="1" dirty="0" smtClean="0"/>
            <a:t>CLASSIFICATION</a:t>
          </a:r>
          <a:endParaRPr lang="en-US" sz="1600" b="1" dirty="0"/>
        </a:p>
      </dgm:t>
    </dgm:pt>
    <dgm:pt modelId="{AAB48E92-6EE9-46DB-A01C-273AE4788908}" type="parTrans" cxnId="{A77230BD-D894-4BC6-B74B-3B285B8A92E6}">
      <dgm:prSet/>
      <dgm:spPr/>
      <dgm:t>
        <a:bodyPr/>
        <a:lstStyle/>
        <a:p>
          <a:endParaRPr lang="en-US"/>
        </a:p>
      </dgm:t>
    </dgm:pt>
    <dgm:pt modelId="{4FD12E53-6671-48C0-924C-B1B4A3883511}" type="sibTrans" cxnId="{A77230BD-D894-4BC6-B74B-3B285B8A92E6}">
      <dgm:prSet/>
      <dgm:spPr/>
      <dgm:t>
        <a:bodyPr/>
        <a:lstStyle/>
        <a:p>
          <a:endParaRPr lang="en-US"/>
        </a:p>
      </dgm:t>
    </dgm:pt>
    <dgm:pt modelId="{144AFA01-9D4E-49A8-8ED0-D9DD4747DCE7}">
      <dgm:prSet phldrT="[Text]" custT="1"/>
      <dgm:spPr/>
      <dgm:t>
        <a:bodyPr/>
        <a:lstStyle/>
        <a:p>
          <a:r>
            <a:rPr lang="en-US" sz="2000" b="1" dirty="0" smtClean="0"/>
            <a:t>UNSUPERVISED</a:t>
          </a:r>
          <a:endParaRPr lang="en-US" sz="2000" b="1" dirty="0"/>
        </a:p>
      </dgm:t>
    </dgm:pt>
    <dgm:pt modelId="{3AB879B9-197D-4361-BE93-0847D7A36326}" type="parTrans" cxnId="{DD5A00B6-6BE2-43AE-A1A8-8226E2DE6757}">
      <dgm:prSet/>
      <dgm:spPr/>
      <dgm:t>
        <a:bodyPr/>
        <a:lstStyle/>
        <a:p>
          <a:endParaRPr lang="en-US"/>
        </a:p>
      </dgm:t>
    </dgm:pt>
    <dgm:pt modelId="{EA62E58C-9B04-4EDF-B7FD-7C3C64C3D0EB}" type="sibTrans" cxnId="{DD5A00B6-6BE2-43AE-A1A8-8226E2DE6757}">
      <dgm:prSet/>
      <dgm:spPr/>
      <dgm:t>
        <a:bodyPr/>
        <a:lstStyle/>
        <a:p>
          <a:endParaRPr lang="en-US"/>
        </a:p>
      </dgm:t>
    </dgm:pt>
    <dgm:pt modelId="{8D145F6C-F2C1-4E16-965A-42D1DF95C221}">
      <dgm:prSet phldrT="[Text]" custT="1"/>
      <dgm:spPr/>
      <dgm:t>
        <a:bodyPr/>
        <a:lstStyle/>
        <a:p>
          <a:r>
            <a:rPr lang="en-US" sz="1800" b="1" dirty="0" smtClean="0"/>
            <a:t>CLUSTERING</a:t>
          </a:r>
          <a:endParaRPr lang="en-US" sz="1800" b="1" dirty="0"/>
        </a:p>
      </dgm:t>
    </dgm:pt>
    <dgm:pt modelId="{5E41A243-D34C-4E9A-B389-4E4BF9A01D0D}" type="parTrans" cxnId="{E67A30CC-4D99-45C3-9366-899D6B521976}">
      <dgm:prSet/>
      <dgm:spPr/>
      <dgm:t>
        <a:bodyPr/>
        <a:lstStyle/>
        <a:p>
          <a:endParaRPr lang="en-US"/>
        </a:p>
      </dgm:t>
    </dgm:pt>
    <dgm:pt modelId="{AE5F4D10-7B6B-47F6-A60F-11EA03E2AF2E}" type="sibTrans" cxnId="{E67A30CC-4D99-45C3-9366-899D6B521976}">
      <dgm:prSet/>
      <dgm:spPr/>
      <dgm:t>
        <a:bodyPr/>
        <a:lstStyle/>
        <a:p>
          <a:endParaRPr lang="en-US"/>
        </a:p>
      </dgm:t>
    </dgm:pt>
    <dgm:pt modelId="{D698819A-EF07-4796-897F-AD8BF28BC347}">
      <dgm:prSet custT="1"/>
      <dgm:spPr/>
      <dgm:t>
        <a:bodyPr/>
        <a:lstStyle/>
        <a:p>
          <a:r>
            <a:rPr lang="en-US" sz="1700" b="1" dirty="0" smtClean="0"/>
            <a:t>RECONMENDATION</a:t>
          </a:r>
        </a:p>
        <a:p>
          <a:r>
            <a:rPr lang="en-US" sz="1700" b="1" dirty="0" smtClean="0"/>
            <a:t>SYSTEM</a:t>
          </a:r>
          <a:endParaRPr lang="en-US" sz="1700" b="1" dirty="0"/>
        </a:p>
      </dgm:t>
    </dgm:pt>
    <dgm:pt modelId="{59351036-3CBB-4E12-B966-4ABB5F23E4A8}" type="parTrans" cxnId="{54FC8725-D245-441C-BBC8-1062E21D5F4D}">
      <dgm:prSet/>
      <dgm:spPr/>
      <dgm:t>
        <a:bodyPr/>
        <a:lstStyle/>
        <a:p>
          <a:endParaRPr lang="en-US"/>
        </a:p>
      </dgm:t>
    </dgm:pt>
    <dgm:pt modelId="{A02D6AD3-70CB-4C64-B358-C6B81A442CA2}" type="sibTrans" cxnId="{54FC8725-D245-441C-BBC8-1062E21D5F4D}">
      <dgm:prSet/>
      <dgm:spPr/>
      <dgm:t>
        <a:bodyPr/>
        <a:lstStyle/>
        <a:p>
          <a:endParaRPr lang="en-US"/>
        </a:p>
      </dgm:t>
    </dgm:pt>
    <dgm:pt modelId="{94FFE26D-A8F5-4795-B612-2A799B5D5825}">
      <dgm:prSet custT="1"/>
      <dgm:spPr/>
      <dgm:t>
        <a:bodyPr/>
        <a:lstStyle/>
        <a:p>
          <a:r>
            <a:rPr lang="en-US" sz="1800" b="1" dirty="0" smtClean="0"/>
            <a:t>ASSOCIATION RULE MINING</a:t>
          </a:r>
          <a:endParaRPr lang="en-US" sz="1800" b="1" dirty="0"/>
        </a:p>
      </dgm:t>
    </dgm:pt>
    <dgm:pt modelId="{6C722B29-8648-49ED-9AA7-414DE89F87F8}" type="parTrans" cxnId="{254250C0-8660-4A48-8E62-FD75BEBD7980}">
      <dgm:prSet/>
      <dgm:spPr/>
      <dgm:t>
        <a:bodyPr/>
        <a:lstStyle/>
        <a:p>
          <a:endParaRPr lang="en-US"/>
        </a:p>
      </dgm:t>
    </dgm:pt>
    <dgm:pt modelId="{DD1CF3CF-834F-40D7-88F1-F0C32659649B}" type="sibTrans" cxnId="{254250C0-8660-4A48-8E62-FD75BEBD7980}">
      <dgm:prSet/>
      <dgm:spPr/>
      <dgm:t>
        <a:bodyPr/>
        <a:lstStyle/>
        <a:p>
          <a:endParaRPr lang="en-US"/>
        </a:p>
      </dgm:t>
    </dgm:pt>
    <dgm:pt modelId="{DEAD8F7A-69A2-4407-8CD9-688EB0ABCE26}" type="pres">
      <dgm:prSet presAssocID="{785AB174-A40C-4E52-8BC6-BC5E56619A6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F72E655-F0FB-4DF2-9A30-04293D7AB0A7}" type="pres">
      <dgm:prSet presAssocID="{FF1092A6-0014-4C92-BE56-13C3EE73241F}" presName="hierRoot1" presStyleCnt="0"/>
      <dgm:spPr/>
    </dgm:pt>
    <dgm:pt modelId="{7E2DE75D-0510-465A-8578-2A40B7CCC0EF}" type="pres">
      <dgm:prSet presAssocID="{FF1092A6-0014-4C92-BE56-13C3EE73241F}" presName="composite" presStyleCnt="0"/>
      <dgm:spPr/>
    </dgm:pt>
    <dgm:pt modelId="{B30CFE3D-360C-463C-BE46-59CA77C77D0F}" type="pres">
      <dgm:prSet presAssocID="{FF1092A6-0014-4C92-BE56-13C3EE73241F}" presName="background" presStyleLbl="node0" presStyleIdx="0" presStyleCnt="1"/>
      <dgm:spPr/>
    </dgm:pt>
    <dgm:pt modelId="{57D1C264-FA6F-413C-B6B2-937D79FCB7D4}" type="pres">
      <dgm:prSet presAssocID="{FF1092A6-0014-4C92-BE56-13C3EE73241F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2029D8C-54B2-48ED-9217-7C2AE9C93D38}" type="pres">
      <dgm:prSet presAssocID="{FF1092A6-0014-4C92-BE56-13C3EE73241F}" presName="hierChild2" presStyleCnt="0"/>
      <dgm:spPr/>
    </dgm:pt>
    <dgm:pt modelId="{EB051EA4-395E-49CE-9B9A-9C115515610F}" type="pres">
      <dgm:prSet presAssocID="{BB8E26C7-4030-48D5-86EE-BD022D6D2A7D}" presName="Name10" presStyleLbl="parChTrans1D2" presStyleIdx="0" presStyleCnt="2"/>
      <dgm:spPr/>
      <dgm:t>
        <a:bodyPr/>
        <a:lstStyle/>
        <a:p>
          <a:endParaRPr lang="en-US"/>
        </a:p>
      </dgm:t>
    </dgm:pt>
    <dgm:pt modelId="{F9C79A99-7BF0-4223-B1E5-833077629384}" type="pres">
      <dgm:prSet presAssocID="{7ED00AAC-D588-4F29-902E-29E348711A3B}" presName="hierRoot2" presStyleCnt="0"/>
      <dgm:spPr/>
    </dgm:pt>
    <dgm:pt modelId="{8189977A-FC22-4789-A380-E71829EB22D3}" type="pres">
      <dgm:prSet presAssocID="{7ED00AAC-D588-4F29-902E-29E348711A3B}" presName="composite2" presStyleCnt="0"/>
      <dgm:spPr/>
    </dgm:pt>
    <dgm:pt modelId="{C32CA01B-3A2A-491E-8D6F-84FE248F988C}" type="pres">
      <dgm:prSet presAssocID="{7ED00AAC-D588-4F29-902E-29E348711A3B}" presName="background2" presStyleLbl="node2" presStyleIdx="0" presStyleCnt="2"/>
      <dgm:spPr/>
    </dgm:pt>
    <dgm:pt modelId="{F741D1E6-26E5-40CF-9920-AD8A68D187BB}" type="pres">
      <dgm:prSet presAssocID="{7ED00AAC-D588-4F29-902E-29E348711A3B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F575341-348F-45E8-A4E4-6688E2F97D9F}" type="pres">
      <dgm:prSet presAssocID="{7ED00AAC-D588-4F29-902E-29E348711A3B}" presName="hierChild3" presStyleCnt="0"/>
      <dgm:spPr/>
    </dgm:pt>
    <dgm:pt modelId="{021A2AFD-4659-4104-8CAD-594D2D15DA8D}" type="pres">
      <dgm:prSet presAssocID="{877CF5D5-1FFB-4399-9509-271857A300C7}" presName="Name17" presStyleLbl="parChTrans1D3" presStyleIdx="0" presStyleCnt="5"/>
      <dgm:spPr/>
      <dgm:t>
        <a:bodyPr/>
        <a:lstStyle/>
        <a:p>
          <a:endParaRPr lang="en-US"/>
        </a:p>
      </dgm:t>
    </dgm:pt>
    <dgm:pt modelId="{6A8EEF4A-DC86-4028-858D-474E6625527D}" type="pres">
      <dgm:prSet presAssocID="{929D91FD-179A-4935-B34C-61DD17AD564B}" presName="hierRoot3" presStyleCnt="0"/>
      <dgm:spPr/>
    </dgm:pt>
    <dgm:pt modelId="{093BC113-385C-4D02-B0B8-0DE80B224BDC}" type="pres">
      <dgm:prSet presAssocID="{929D91FD-179A-4935-B34C-61DD17AD564B}" presName="composite3" presStyleCnt="0"/>
      <dgm:spPr/>
    </dgm:pt>
    <dgm:pt modelId="{B4E83968-06A3-4CB4-BCB3-6EDEDB634BDC}" type="pres">
      <dgm:prSet presAssocID="{929D91FD-179A-4935-B34C-61DD17AD564B}" presName="background3" presStyleLbl="node3" presStyleIdx="0" presStyleCnt="5"/>
      <dgm:spPr/>
    </dgm:pt>
    <dgm:pt modelId="{5D15F4C8-E994-4617-89A7-B9B92D1DFEEE}" type="pres">
      <dgm:prSet presAssocID="{929D91FD-179A-4935-B34C-61DD17AD564B}" presName="text3" presStyleLbl="fgAcc3" presStyleIdx="0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E0947B1-9EF7-433C-9E03-C8AB3CB4CA74}" type="pres">
      <dgm:prSet presAssocID="{929D91FD-179A-4935-B34C-61DD17AD564B}" presName="hierChild4" presStyleCnt="0"/>
      <dgm:spPr/>
    </dgm:pt>
    <dgm:pt modelId="{3B2A9F66-D6A3-4F1D-A6EE-C61334ADF297}" type="pres">
      <dgm:prSet presAssocID="{AAB48E92-6EE9-46DB-A01C-273AE4788908}" presName="Name17" presStyleLbl="parChTrans1D3" presStyleIdx="1" presStyleCnt="5"/>
      <dgm:spPr/>
      <dgm:t>
        <a:bodyPr/>
        <a:lstStyle/>
        <a:p>
          <a:endParaRPr lang="en-US"/>
        </a:p>
      </dgm:t>
    </dgm:pt>
    <dgm:pt modelId="{8540615D-5DB7-4AFD-8699-66AFC324EA36}" type="pres">
      <dgm:prSet presAssocID="{F69AE645-F8F4-4C7D-B885-735AA1B24CD1}" presName="hierRoot3" presStyleCnt="0"/>
      <dgm:spPr/>
    </dgm:pt>
    <dgm:pt modelId="{540EBAAD-8015-4BF9-A138-E889A2AACF79}" type="pres">
      <dgm:prSet presAssocID="{F69AE645-F8F4-4C7D-B885-735AA1B24CD1}" presName="composite3" presStyleCnt="0"/>
      <dgm:spPr/>
    </dgm:pt>
    <dgm:pt modelId="{1F34AD5D-1CB7-4F8D-8DE3-961678252161}" type="pres">
      <dgm:prSet presAssocID="{F69AE645-F8F4-4C7D-B885-735AA1B24CD1}" presName="background3" presStyleLbl="node3" presStyleIdx="1" presStyleCnt="5"/>
      <dgm:spPr/>
    </dgm:pt>
    <dgm:pt modelId="{7029ABE2-2AF4-4721-8F6E-28BC1D858674}" type="pres">
      <dgm:prSet presAssocID="{F69AE645-F8F4-4C7D-B885-735AA1B24CD1}" presName="text3" presStyleLbl="fgAcc3" presStyleIdx="1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3EBAF3B-88BC-4B81-B7E5-F7AAB44C27C1}" type="pres">
      <dgm:prSet presAssocID="{F69AE645-F8F4-4C7D-B885-735AA1B24CD1}" presName="hierChild4" presStyleCnt="0"/>
      <dgm:spPr/>
    </dgm:pt>
    <dgm:pt modelId="{568E5384-0DDE-4D5B-B745-55608089C6B4}" type="pres">
      <dgm:prSet presAssocID="{3AB879B9-197D-4361-BE93-0847D7A36326}" presName="Name10" presStyleLbl="parChTrans1D2" presStyleIdx="1" presStyleCnt="2"/>
      <dgm:spPr/>
      <dgm:t>
        <a:bodyPr/>
        <a:lstStyle/>
        <a:p>
          <a:endParaRPr lang="en-US"/>
        </a:p>
      </dgm:t>
    </dgm:pt>
    <dgm:pt modelId="{53961D16-6E54-4495-A831-AB6589E5530D}" type="pres">
      <dgm:prSet presAssocID="{144AFA01-9D4E-49A8-8ED0-D9DD4747DCE7}" presName="hierRoot2" presStyleCnt="0"/>
      <dgm:spPr/>
    </dgm:pt>
    <dgm:pt modelId="{52F2BD33-DCDC-4CA1-89D8-0BA81F10EFF7}" type="pres">
      <dgm:prSet presAssocID="{144AFA01-9D4E-49A8-8ED0-D9DD4747DCE7}" presName="composite2" presStyleCnt="0"/>
      <dgm:spPr/>
    </dgm:pt>
    <dgm:pt modelId="{DB323B1A-BCA0-4729-B3ED-B9F2FD47D2A9}" type="pres">
      <dgm:prSet presAssocID="{144AFA01-9D4E-49A8-8ED0-D9DD4747DCE7}" presName="background2" presStyleLbl="node2" presStyleIdx="1" presStyleCnt="2"/>
      <dgm:spPr/>
    </dgm:pt>
    <dgm:pt modelId="{9E05A784-E3D5-42EB-9EA9-3A5B1941644F}" type="pres">
      <dgm:prSet presAssocID="{144AFA01-9D4E-49A8-8ED0-D9DD4747DCE7}" presName="text2" presStyleLbl="fgAcc2" presStyleIdx="1" presStyleCnt="2" custScaleX="11852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421A8A8-BE64-4394-88B3-E5632FAFAEC4}" type="pres">
      <dgm:prSet presAssocID="{144AFA01-9D4E-49A8-8ED0-D9DD4747DCE7}" presName="hierChild3" presStyleCnt="0"/>
      <dgm:spPr/>
    </dgm:pt>
    <dgm:pt modelId="{971A28D4-729D-4D46-A725-505E804A9543}" type="pres">
      <dgm:prSet presAssocID="{5E41A243-D34C-4E9A-B389-4E4BF9A01D0D}" presName="Name17" presStyleLbl="parChTrans1D3" presStyleIdx="2" presStyleCnt="5"/>
      <dgm:spPr/>
      <dgm:t>
        <a:bodyPr/>
        <a:lstStyle/>
        <a:p>
          <a:endParaRPr lang="en-US"/>
        </a:p>
      </dgm:t>
    </dgm:pt>
    <dgm:pt modelId="{EBF47E51-EE32-4392-ABBD-CAB78B81D98D}" type="pres">
      <dgm:prSet presAssocID="{8D145F6C-F2C1-4E16-965A-42D1DF95C221}" presName="hierRoot3" presStyleCnt="0"/>
      <dgm:spPr/>
    </dgm:pt>
    <dgm:pt modelId="{A387057E-393C-4777-8F4A-C7B674B2A64F}" type="pres">
      <dgm:prSet presAssocID="{8D145F6C-F2C1-4E16-965A-42D1DF95C221}" presName="composite3" presStyleCnt="0"/>
      <dgm:spPr/>
    </dgm:pt>
    <dgm:pt modelId="{07B2292D-6800-4509-873F-9F095795017E}" type="pres">
      <dgm:prSet presAssocID="{8D145F6C-F2C1-4E16-965A-42D1DF95C221}" presName="background3" presStyleLbl="node3" presStyleIdx="2" presStyleCnt="5"/>
      <dgm:spPr/>
    </dgm:pt>
    <dgm:pt modelId="{2290B2EE-5D46-4776-BB55-8FF3729BAEB7}" type="pres">
      <dgm:prSet presAssocID="{8D145F6C-F2C1-4E16-965A-42D1DF95C221}" presName="text3" presStyleLbl="fgAcc3" presStyleIdx="2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F94A122-EE5D-432A-970D-C06C8720F2DB}" type="pres">
      <dgm:prSet presAssocID="{8D145F6C-F2C1-4E16-965A-42D1DF95C221}" presName="hierChild4" presStyleCnt="0"/>
      <dgm:spPr/>
    </dgm:pt>
    <dgm:pt modelId="{CD22F745-8585-4ADF-BB17-09CCC8B4F2E2}" type="pres">
      <dgm:prSet presAssocID="{59351036-3CBB-4E12-B966-4ABB5F23E4A8}" presName="Name17" presStyleLbl="parChTrans1D3" presStyleIdx="3" presStyleCnt="5"/>
      <dgm:spPr/>
      <dgm:t>
        <a:bodyPr/>
        <a:lstStyle/>
        <a:p>
          <a:endParaRPr lang="en-US"/>
        </a:p>
      </dgm:t>
    </dgm:pt>
    <dgm:pt modelId="{07DB352C-6998-411F-A96F-6099A14F4D0C}" type="pres">
      <dgm:prSet presAssocID="{D698819A-EF07-4796-897F-AD8BF28BC347}" presName="hierRoot3" presStyleCnt="0"/>
      <dgm:spPr/>
    </dgm:pt>
    <dgm:pt modelId="{8360412B-6CDB-4843-A905-791DC5624E98}" type="pres">
      <dgm:prSet presAssocID="{D698819A-EF07-4796-897F-AD8BF28BC347}" presName="composite3" presStyleCnt="0"/>
      <dgm:spPr/>
    </dgm:pt>
    <dgm:pt modelId="{DAA67774-6656-4635-B666-B336FE792A07}" type="pres">
      <dgm:prSet presAssocID="{D698819A-EF07-4796-897F-AD8BF28BC347}" presName="background3" presStyleLbl="node3" presStyleIdx="3" presStyleCnt="5"/>
      <dgm:spPr/>
    </dgm:pt>
    <dgm:pt modelId="{44E1BEA1-0D76-4791-8DD5-FE99256078F4}" type="pres">
      <dgm:prSet presAssocID="{D698819A-EF07-4796-897F-AD8BF28BC347}" presName="text3" presStyleLbl="fgAcc3" presStyleIdx="3" presStyleCnt="5" custScaleX="11994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5B31405-8DC1-4E0C-A2A7-593ABA8927FB}" type="pres">
      <dgm:prSet presAssocID="{D698819A-EF07-4796-897F-AD8BF28BC347}" presName="hierChild4" presStyleCnt="0"/>
      <dgm:spPr/>
    </dgm:pt>
    <dgm:pt modelId="{CDABAB16-2107-4627-9BAE-15D1DC78D8D0}" type="pres">
      <dgm:prSet presAssocID="{6C722B29-8648-49ED-9AA7-414DE89F87F8}" presName="Name17" presStyleLbl="parChTrans1D3" presStyleIdx="4" presStyleCnt="5"/>
      <dgm:spPr/>
      <dgm:t>
        <a:bodyPr/>
        <a:lstStyle/>
        <a:p>
          <a:endParaRPr lang="en-US"/>
        </a:p>
      </dgm:t>
    </dgm:pt>
    <dgm:pt modelId="{BC608E9F-3871-462A-85C0-0A735A7FEEC8}" type="pres">
      <dgm:prSet presAssocID="{94FFE26D-A8F5-4795-B612-2A799B5D5825}" presName="hierRoot3" presStyleCnt="0"/>
      <dgm:spPr/>
    </dgm:pt>
    <dgm:pt modelId="{0B77D40D-68ED-4DD5-92A4-015FC5F2C0A7}" type="pres">
      <dgm:prSet presAssocID="{94FFE26D-A8F5-4795-B612-2A799B5D5825}" presName="composite3" presStyleCnt="0"/>
      <dgm:spPr/>
    </dgm:pt>
    <dgm:pt modelId="{7CADFEB6-9544-412D-BB95-625FED871E7B}" type="pres">
      <dgm:prSet presAssocID="{94FFE26D-A8F5-4795-B612-2A799B5D5825}" presName="background3" presStyleLbl="node3" presStyleIdx="4" presStyleCnt="5"/>
      <dgm:spPr/>
    </dgm:pt>
    <dgm:pt modelId="{C2B4374A-5B1F-48CA-B0CA-29B6B20AF9EA}" type="pres">
      <dgm:prSet presAssocID="{94FFE26D-A8F5-4795-B612-2A799B5D5825}" presName="text3" presStyleLbl="fgAcc3" presStyleIdx="4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740A629-B1D3-4EA2-B172-4475904C067F}" type="pres">
      <dgm:prSet presAssocID="{94FFE26D-A8F5-4795-B612-2A799B5D5825}" presName="hierChild4" presStyleCnt="0"/>
      <dgm:spPr/>
    </dgm:pt>
  </dgm:ptLst>
  <dgm:cxnLst>
    <dgm:cxn modelId="{6B4E0C29-5691-4F79-8399-667139424434}" type="presOf" srcId="{59351036-3CBB-4E12-B966-4ABB5F23E4A8}" destId="{CD22F745-8585-4ADF-BB17-09CCC8B4F2E2}" srcOrd="0" destOrd="0" presId="urn:microsoft.com/office/officeart/2005/8/layout/hierarchy1"/>
    <dgm:cxn modelId="{445B46FD-39AD-46C1-B005-09D27CFE8B6A}" type="presOf" srcId="{785AB174-A40C-4E52-8BC6-BC5E56619A62}" destId="{DEAD8F7A-69A2-4407-8CD9-688EB0ABCE26}" srcOrd="0" destOrd="0" presId="urn:microsoft.com/office/officeart/2005/8/layout/hierarchy1"/>
    <dgm:cxn modelId="{321276A6-6758-48E5-871D-48C785943FBB}" type="presOf" srcId="{3AB879B9-197D-4361-BE93-0847D7A36326}" destId="{568E5384-0DDE-4D5B-B745-55608089C6B4}" srcOrd="0" destOrd="0" presId="urn:microsoft.com/office/officeart/2005/8/layout/hierarchy1"/>
    <dgm:cxn modelId="{9D80724C-FC5A-437C-A54B-1046C03B537D}" type="presOf" srcId="{7ED00AAC-D588-4F29-902E-29E348711A3B}" destId="{F741D1E6-26E5-40CF-9920-AD8A68D187BB}" srcOrd="0" destOrd="0" presId="urn:microsoft.com/office/officeart/2005/8/layout/hierarchy1"/>
    <dgm:cxn modelId="{4977F4AD-F591-48DD-9B87-E5EE16012CDB}" type="presOf" srcId="{6C722B29-8648-49ED-9AA7-414DE89F87F8}" destId="{CDABAB16-2107-4627-9BAE-15D1DC78D8D0}" srcOrd="0" destOrd="0" presId="urn:microsoft.com/office/officeart/2005/8/layout/hierarchy1"/>
    <dgm:cxn modelId="{B2BC7FC8-0025-48C3-97F2-FAE3F05E4C59}" type="presOf" srcId="{144AFA01-9D4E-49A8-8ED0-D9DD4747DCE7}" destId="{9E05A784-E3D5-42EB-9EA9-3A5B1941644F}" srcOrd="0" destOrd="0" presId="urn:microsoft.com/office/officeart/2005/8/layout/hierarchy1"/>
    <dgm:cxn modelId="{F0B89FBC-36A1-4CC9-8BC2-7E67BD2D426E}" type="presOf" srcId="{FF1092A6-0014-4C92-BE56-13C3EE73241F}" destId="{57D1C264-FA6F-413C-B6B2-937D79FCB7D4}" srcOrd="0" destOrd="0" presId="urn:microsoft.com/office/officeart/2005/8/layout/hierarchy1"/>
    <dgm:cxn modelId="{E24C62D3-6B7F-403B-959F-EBEF549E3065}" type="presOf" srcId="{5E41A243-D34C-4E9A-B389-4E4BF9A01D0D}" destId="{971A28D4-729D-4D46-A725-505E804A9543}" srcOrd="0" destOrd="0" presId="urn:microsoft.com/office/officeart/2005/8/layout/hierarchy1"/>
    <dgm:cxn modelId="{3EC7FB3F-1C6A-4A66-9CC7-DC2C2DD19941}" type="presOf" srcId="{877CF5D5-1FFB-4399-9509-271857A300C7}" destId="{021A2AFD-4659-4104-8CAD-594D2D15DA8D}" srcOrd="0" destOrd="0" presId="urn:microsoft.com/office/officeart/2005/8/layout/hierarchy1"/>
    <dgm:cxn modelId="{DD5A00B6-6BE2-43AE-A1A8-8226E2DE6757}" srcId="{FF1092A6-0014-4C92-BE56-13C3EE73241F}" destId="{144AFA01-9D4E-49A8-8ED0-D9DD4747DCE7}" srcOrd="1" destOrd="0" parTransId="{3AB879B9-197D-4361-BE93-0847D7A36326}" sibTransId="{EA62E58C-9B04-4EDF-B7FD-7C3C64C3D0EB}"/>
    <dgm:cxn modelId="{F5D4F815-A6EC-4605-B10A-003E52A1FDD9}" type="presOf" srcId="{F69AE645-F8F4-4C7D-B885-735AA1B24CD1}" destId="{7029ABE2-2AF4-4721-8F6E-28BC1D858674}" srcOrd="0" destOrd="0" presId="urn:microsoft.com/office/officeart/2005/8/layout/hierarchy1"/>
    <dgm:cxn modelId="{54FC8725-D245-441C-BBC8-1062E21D5F4D}" srcId="{144AFA01-9D4E-49A8-8ED0-D9DD4747DCE7}" destId="{D698819A-EF07-4796-897F-AD8BF28BC347}" srcOrd="1" destOrd="0" parTransId="{59351036-3CBB-4E12-B966-4ABB5F23E4A8}" sibTransId="{A02D6AD3-70CB-4C64-B358-C6B81A442CA2}"/>
    <dgm:cxn modelId="{346C7253-D003-4623-8B6D-235C7C91F6B8}" type="presOf" srcId="{929D91FD-179A-4935-B34C-61DD17AD564B}" destId="{5D15F4C8-E994-4617-89A7-B9B92D1DFEEE}" srcOrd="0" destOrd="0" presId="urn:microsoft.com/office/officeart/2005/8/layout/hierarchy1"/>
    <dgm:cxn modelId="{C8F56DFC-17D5-41FA-97CF-5DABE37DD6FC}" srcId="{7ED00AAC-D588-4F29-902E-29E348711A3B}" destId="{929D91FD-179A-4935-B34C-61DD17AD564B}" srcOrd="0" destOrd="0" parTransId="{877CF5D5-1FFB-4399-9509-271857A300C7}" sibTransId="{DBD4D9C8-B6DC-45E1-A046-068629B04EA2}"/>
    <dgm:cxn modelId="{E48957D2-4524-477B-AEA6-EDCBB173F1F0}" srcId="{785AB174-A40C-4E52-8BC6-BC5E56619A62}" destId="{FF1092A6-0014-4C92-BE56-13C3EE73241F}" srcOrd="0" destOrd="0" parTransId="{D00AFB6C-4421-48D0-8FB9-3AF3A934DA8B}" sibTransId="{3BB6E5AC-CF05-432C-814D-B94BBB99BBA1}"/>
    <dgm:cxn modelId="{254250C0-8660-4A48-8E62-FD75BEBD7980}" srcId="{144AFA01-9D4E-49A8-8ED0-D9DD4747DCE7}" destId="{94FFE26D-A8F5-4795-B612-2A799B5D5825}" srcOrd="2" destOrd="0" parTransId="{6C722B29-8648-49ED-9AA7-414DE89F87F8}" sibTransId="{DD1CF3CF-834F-40D7-88F1-F0C32659649B}"/>
    <dgm:cxn modelId="{4DBF8E20-F090-498F-B05B-609DEED36563}" type="presOf" srcId="{D698819A-EF07-4796-897F-AD8BF28BC347}" destId="{44E1BEA1-0D76-4791-8DD5-FE99256078F4}" srcOrd="0" destOrd="0" presId="urn:microsoft.com/office/officeart/2005/8/layout/hierarchy1"/>
    <dgm:cxn modelId="{E67A30CC-4D99-45C3-9366-899D6B521976}" srcId="{144AFA01-9D4E-49A8-8ED0-D9DD4747DCE7}" destId="{8D145F6C-F2C1-4E16-965A-42D1DF95C221}" srcOrd="0" destOrd="0" parTransId="{5E41A243-D34C-4E9A-B389-4E4BF9A01D0D}" sibTransId="{AE5F4D10-7B6B-47F6-A60F-11EA03E2AF2E}"/>
    <dgm:cxn modelId="{FA265216-E5A9-4BD8-8D62-5DDDB0722937}" type="presOf" srcId="{94FFE26D-A8F5-4795-B612-2A799B5D5825}" destId="{C2B4374A-5B1F-48CA-B0CA-29B6B20AF9EA}" srcOrd="0" destOrd="0" presId="urn:microsoft.com/office/officeart/2005/8/layout/hierarchy1"/>
    <dgm:cxn modelId="{A77230BD-D894-4BC6-B74B-3B285B8A92E6}" srcId="{7ED00AAC-D588-4F29-902E-29E348711A3B}" destId="{F69AE645-F8F4-4C7D-B885-735AA1B24CD1}" srcOrd="1" destOrd="0" parTransId="{AAB48E92-6EE9-46DB-A01C-273AE4788908}" sibTransId="{4FD12E53-6671-48C0-924C-B1B4A3883511}"/>
    <dgm:cxn modelId="{B1829088-AAE3-4761-B456-740CDD34DC28}" type="presOf" srcId="{AAB48E92-6EE9-46DB-A01C-273AE4788908}" destId="{3B2A9F66-D6A3-4F1D-A6EE-C61334ADF297}" srcOrd="0" destOrd="0" presId="urn:microsoft.com/office/officeart/2005/8/layout/hierarchy1"/>
    <dgm:cxn modelId="{84644997-3980-4B68-902E-F1260F85B7AB}" type="presOf" srcId="{BB8E26C7-4030-48D5-86EE-BD022D6D2A7D}" destId="{EB051EA4-395E-49CE-9B9A-9C115515610F}" srcOrd="0" destOrd="0" presId="urn:microsoft.com/office/officeart/2005/8/layout/hierarchy1"/>
    <dgm:cxn modelId="{39D444C1-9A42-49BB-8BBC-C74253ED139F}" type="presOf" srcId="{8D145F6C-F2C1-4E16-965A-42D1DF95C221}" destId="{2290B2EE-5D46-4776-BB55-8FF3729BAEB7}" srcOrd="0" destOrd="0" presId="urn:microsoft.com/office/officeart/2005/8/layout/hierarchy1"/>
    <dgm:cxn modelId="{C336194E-87F9-4A09-B0BF-F86DFD78F732}" srcId="{FF1092A6-0014-4C92-BE56-13C3EE73241F}" destId="{7ED00AAC-D588-4F29-902E-29E348711A3B}" srcOrd="0" destOrd="0" parTransId="{BB8E26C7-4030-48D5-86EE-BD022D6D2A7D}" sibTransId="{3EEEF7F9-96C8-415A-B781-69060843FD43}"/>
    <dgm:cxn modelId="{EE9BFA98-EA38-454A-936C-C0D7D26BCBB9}" type="presParOf" srcId="{DEAD8F7A-69A2-4407-8CD9-688EB0ABCE26}" destId="{0F72E655-F0FB-4DF2-9A30-04293D7AB0A7}" srcOrd="0" destOrd="0" presId="urn:microsoft.com/office/officeart/2005/8/layout/hierarchy1"/>
    <dgm:cxn modelId="{6488F198-6010-4D67-9B5E-BD60626B69C6}" type="presParOf" srcId="{0F72E655-F0FB-4DF2-9A30-04293D7AB0A7}" destId="{7E2DE75D-0510-465A-8578-2A40B7CCC0EF}" srcOrd="0" destOrd="0" presId="urn:microsoft.com/office/officeart/2005/8/layout/hierarchy1"/>
    <dgm:cxn modelId="{375875FA-AD50-41AF-AFBB-8AA76CD8D167}" type="presParOf" srcId="{7E2DE75D-0510-465A-8578-2A40B7CCC0EF}" destId="{B30CFE3D-360C-463C-BE46-59CA77C77D0F}" srcOrd="0" destOrd="0" presId="urn:microsoft.com/office/officeart/2005/8/layout/hierarchy1"/>
    <dgm:cxn modelId="{67FF95F1-2EFD-45AA-AFAD-1BC178EB8F6F}" type="presParOf" srcId="{7E2DE75D-0510-465A-8578-2A40B7CCC0EF}" destId="{57D1C264-FA6F-413C-B6B2-937D79FCB7D4}" srcOrd="1" destOrd="0" presId="urn:microsoft.com/office/officeart/2005/8/layout/hierarchy1"/>
    <dgm:cxn modelId="{B1190492-67A4-4308-A70A-5A82348D0554}" type="presParOf" srcId="{0F72E655-F0FB-4DF2-9A30-04293D7AB0A7}" destId="{42029D8C-54B2-48ED-9217-7C2AE9C93D38}" srcOrd="1" destOrd="0" presId="urn:microsoft.com/office/officeart/2005/8/layout/hierarchy1"/>
    <dgm:cxn modelId="{A12807AD-5492-4A04-B005-1435E01D12F7}" type="presParOf" srcId="{42029D8C-54B2-48ED-9217-7C2AE9C93D38}" destId="{EB051EA4-395E-49CE-9B9A-9C115515610F}" srcOrd="0" destOrd="0" presId="urn:microsoft.com/office/officeart/2005/8/layout/hierarchy1"/>
    <dgm:cxn modelId="{EF82D2A4-F60D-4B54-A8CD-D2FC296B61E1}" type="presParOf" srcId="{42029D8C-54B2-48ED-9217-7C2AE9C93D38}" destId="{F9C79A99-7BF0-4223-B1E5-833077629384}" srcOrd="1" destOrd="0" presId="urn:microsoft.com/office/officeart/2005/8/layout/hierarchy1"/>
    <dgm:cxn modelId="{9D866A5F-1DD5-4706-8C07-CC4DEFCFA927}" type="presParOf" srcId="{F9C79A99-7BF0-4223-B1E5-833077629384}" destId="{8189977A-FC22-4789-A380-E71829EB22D3}" srcOrd="0" destOrd="0" presId="urn:microsoft.com/office/officeart/2005/8/layout/hierarchy1"/>
    <dgm:cxn modelId="{5417E1EC-FA48-4412-9246-67B7951DDBC7}" type="presParOf" srcId="{8189977A-FC22-4789-A380-E71829EB22D3}" destId="{C32CA01B-3A2A-491E-8D6F-84FE248F988C}" srcOrd="0" destOrd="0" presId="urn:microsoft.com/office/officeart/2005/8/layout/hierarchy1"/>
    <dgm:cxn modelId="{7B8B1D4A-DA07-4745-8ECA-B61ED71A235A}" type="presParOf" srcId="{8189977A-FC22-4789-A380-E71829EB22D3}" destId="{F741D1E6-26E5-40CF-9920-AD8A68D187BB}" srcOrd="1" destOrd="0" presId="urn:microsoft.com/office/officeart/2005/8/layout/hierarchy1"/>
    <dgm:cxn modelId="{8FAAB5B1-652B-4B9F-8DA4-1CD681A832D3}" type="presParOf" srcId="{F9C79A99-7BF0-4223-B1E5-833077629384}" destId="{0F575341-348F-45E8-A4E4-6688E2F97D9F}" srcOrd="1" destOrd="0" presId="urn:microsoft.com/office/officeart/2005/8/layout/hierarchy1"/>
    <dgm:cxn modelId="{3B72B48D-9F60-4458-9138-C150D0D493A9}" type="presParOf" srcId="{0F575341-348F-45E8-A4E4-6688E2F97D9F}" destId="{021A2AFD-4659-4104-8CAD-594D2D15DA8D}" srcOrd="0" destOrd="0" presId="urn:microsoft.com/office/officeart/2005/8/layout/hierarchy1"/>
    <dgm:cxn modelId="{57AA1EBE-99C5-49BE-9052-AA9DD6B6B7EE}" type="presParOf" srcId="{0F575341-348F-45E8-A4E4-6688E2F97D9F}" destId="{6A8EEF4A-DC86-4028-858D-474E6625527D}" srcOrd="1" destOrd="0" presId="urn:microsoft.com/office/officeart/2005/8/layout/hierarchy1"/>
    <dgm:cxn modelId="{FF50681B-92EA-41F8-AEA5-7570DCF454DE}" type="presParOf" srcId="{6A8EEF4A-DC86-4028-858D-474E6625527D}" destId="{093BC113-385C-4D02-B0B8-0DE80B224BDC}" srcOrd="0" destOrd="0" presId="urn:microsoft.com/office/officeart/2005/8/layout/hierarchy1"/>
    <dgm:cxn modelId="{8222393F-72A5-4320-861C-5E5A0FD6F2BD}" type="presParOf" srcId="{093BC113-385C-4D02-B0B8-0DE80B224BDC}" destId="{B4E83968-06A3-4CB4-BCB3-6EDEDB634BDC}" srcOrd="0" destOrd="0" presId="urn:microsoft.com/office/officeart/2005/8/layout/hierarchy1"/>
    <dgm:cxn modelId="{DAC322D7-2A42-45B1-9811-214039644F1E}" type="presParOf" srcId="{093BC113-385C-4D02-B0B8-0DE80B224BDC}" destId="{5D15F4C8-E994-4617-89A7-B9B92D1DFEEE}" srcOrd="1" destOrd="0" presId="urn:microsoft.com/office/officeart/2005/8/layout/hierarchy1"/>
    <dgm:cxn modelId="{0AE66C04-EABC-424F-ABB7-611732501668}" type="presParOf" srcId="{6A8EEF4A-DC86-4028-858D-474E6625527D}" destId="{9E0947B1-9EF7-433C-9E03-C8AB3CB4CA74}" srcOrd="1" destOrd="0" presId="urn:microsoft.com/office/officeart/2005/8/layout/hierarchy1"/>
    <dgm:cxn modelId="{9761E35E-C8F4-493A-A284-9CDDAE47811A}" type="presParOf" srcId="{0F575341-348F-45E8-A4E4-6688E2F97D9F}" destId="{3B2A9F66-D6A3-4F1D-A6EE-C61334ADF297}" srcOrd="2" destOrd="0" presId="urn:microsoft.com/office/officeart/2005/8/layout/hierarchy1"/>
    <dgm:cxn modelId="{5A6FB54F-60D9-4066-8F01-5E22FA7CFD35}" type="presParOf" srcId="{0F575341-348F-45E8-A4E4-6688E2F97D9F}" destId="{8540615D-5DB7-4AFD-8699-66AFC324EA36}" srcOrd="3" destOrd="0" presId="urn:microsoft.com/office/officeart/2005/8/layout/hierarchy1"/>
    <dgm:cxn modelId="{1B495670-63C3-449D-B733-A60CA94B9627}" type="presParOf" srcId="{8540615D-5DB7-4AFD-8699-66AFC324EA36}" destId="{540EBAAD-8015-4BF9-A138-E889A2AACF79}" srcOrd="0" destOrd="0" presId="urn:microsoft.com/office/officeart/2005/8/layout/hierarchy1"/>
    <dgm:cxn modelId="{1026847F-9B4B-429B-8FFE-0286C29D5D77}" type="presParOf" srcId="{540EBAAD-8015-4BF9-A138-E889A2AACF79}" destId="{1F34AD5D-1CB7-4F8D-8DE3-961678252161}" srcOrd="0" destOrd="0" presId="urn:microsoft.com/office/officeart/2005/8/layout/hierarchy1"/>
    <dgm:cxn modelId="{77CEF1DF-9B5A-4941-953B-CE7F1B31C65A}" type="presParOf" srcId="{540EBAAD-8015-4BF9-A138-E889A2AACF79}" destId="{7029ABE2-2AF4-4721-8F6E-28BC1D858674}" srcOrd="1" destOrd="0" presId="urn:microsoft.com/office/officeart/2005/8/layout/hierarchy1"/>
    <dgm:cxn modelId="{CF8C3320-A60B-4339-9264-E126CBC4313F}" type="presParOf" srcId="{8540615D-5DB7-4AFD-8699-66AFC324EA36}" destId="{23EBAF3B-88BC-4B81-B7E5-F7AAB44C27C1}" srcOrd="1" destOrd="0" presId="urn:microsoft.com/office/officeart/2005/8/layout/hierarchy1"/>
    <dgm:cxn modelId="{91377442-31F3-436F-9D4D-CEF46951D6FD}" type="presParOf" srcId="{42029D8C-54B2-48ED-9217-7C2AE9C93D38}" destId="{568E5384-0DDE-4D5B-B745-55608089C6B4}" srcOrd="2" destOrd="0" presId="urn:microsoft.com/office/officeart/2005/8/layout/hierarchy1"/>
    <dgm:cxn modelId="{EE6DD860-3F85-4DC3-A4C4-7D1560BC4CA4}" type="presParOf" srcId="{42029D8C-54B2-48ED-9217-7C2AE9C93D38}" destId="{53961D16-6E54-4495-A831-AB6589E5530D}" srcOrd="3" destOrd="0" presId="urn:microsoft.com/office/officeart/2005/8/layout/hierarchy1"/>
    <dgm:cxn modelId="{C1FBF5F1-35CD-439E-ABCE-9F9590F0CA2E}" type="presParOf" srcId="{53961D16-6E54-4495-A831-AB6589E5530D}" destId="{52F2BD33-DCDC-4CA1-89D8-0BA81F10EFF7}" srcOrd="0" destOrd="0" presId="urn:microsoft.com/office/officeart/2005/8/layout/hierarchy1"/>
    <dgm:cxn modelId="{8E34B0CF-E86E-48A8-8EDE-9CBEC5D477EC}" type="presParOf" srcId="{52F2BD33-DCDC-4CA1-89D8-0BA81F10EFF7}" destId="{DB323B1A-BCA0-4729-B3ED-B9F2FD47D2A9}" srcOrd="0" destOrd="0" presId="urn:microsoft.com/office/officeart/2005/8/layout/hierarchy1"/>
    <dgm:cxn modelId="{064F3EEE-BF5E-49D2-849D-90174A1621B0}" type="presParOf" srcId="{52F2BD33-DCDC-4CA1-89D8-0BA81F10EFF7}" destId="{9E05A784-E3D5-42EB-9EA9-3A5B1941644F}" srcOrd="1" destOrd="0" presId="urn:microsoft.com/office/officeart/2005/8/layout/hierarchy1"/>
    <dgm:cxn modelId="{6D5488C8-6D13-49C0-B202-21D282FC1D71}" type="presParOf" srcId="{53961D16-6E54-4495-A831-AB6589E5530D}" destId="{6421A8A8-BE64-4394-88B3-E5632FAFAEC4}" srcOrd="1" destOrd="0" presId="urn:microsoft.com/office/officeart/2005/8/layout/hierarchy1"/>
    <dgm:cxn modelId="{704B1D5C-C789-4D8F-AF39-F45B232BAF90}" type="presParOf" srcId="{6421A8A8-BE64-4394-88B3-E5632FAFAEC4}" destId="{971A28D4-729D-4D46-A725-505E804A9543}" srcOrd="0" destOrd="0" presId="urn:microsoft.com/office/officeart/2005/8/layout/hierarchy1"/>
    <dgm:cxn modelId="{0CE25BB7-4684-46CA-B27C-194D6C140B02}" type="presParOf" srcId="{6421A8A8-BE64-4394-88B3-E5632FAFAEC4}" destId="{EBF47E51-EE32-4392-ABBD-CAB78B81D98D}" srcOrd="1" destOrd="0" presId="urn:microsoft.com/office/officeart/2005/8/layout/hierarchy1"/>
    <dgm:cxn modelId="{DC7C1363-632A-45AC-AF2E-80B600A87F20}" type="presParOf" srcId="{EBF47E51-EE32-4392-ABBD-CAB78B81D98D}" destId="{A387057E-393C-4777-8F4A-C7B674B2A64F}" srcOrd="0" destOrd="0" presId="urn:microsoft.com/office/officeart/2005/8/layout/hierarchy1"/>
    <dgm:cxn modelId="{D3A30DC6-5FEA-4E7A-9BFE-42F14AE97D44}" type="presParOf" srcId="{A387057E-393C-4777-8F4A-C7B674B2A64F}" destId="{07B2292D-6800-4509-873F-9F095795017E}" srcOrd="0" destOrd="0" presId="urn:microsoft.com/office/officeart/2005/8/layout/hierarchy1"/>
    <dgm:cxn modelId="{4F651EE3-F151-4211-8EDF-05FD955C06C1}" type="presParOf" srcId="{A387057E-393C-4777-8F4A-C7B674B2A64F}" destId="{2290B2EE-5D46-4776-BB55-8FF3729BAEB7}" srcOrd="1" destOrd="0" presId="urn:microsoft.com/office/officeart/2005/8/layout/hierarchy1"/>
    <dgm:cxn modelId="{B9E3F170-FAA7-4893-B94C-EF886B7E1650}" type="presParOf" srcId="{EBF47E51-EE32-4392-ABBD-CAB78B81D98D}" destId="{4F94A122-EE5D-432A-970D-C06C8720F2DB}" srcOrd="1" destOrd="0" presId="urn:microsoft.com/office/officeart/2005/8/layout/hierarchy1"/>
    <dgm:cxn modelId="{908F0B97-9DE0-4A60-AA1A-FA9C73996016}" type="presParOf" srcId="{6421A8A8-BE64-4394-88B3-E5632FAFAEC4}" destId="{CD22F745-8585-4ADF-BB17-09CCC8B4F2E2}" srcOrd="2" destOrd="0" presId="urn:microsoft.com/office/officeart/2005/8/layout/hierarchy1"/>
    <dgm:cxn modelId="{A83F3275-B09D-4E6F-B822-9191B13F037E}" type="presParOf" srcId="{6421A8A8-BE64-4394-88B3-E5632FAFAEC4}" destId="{07DB352C-6998-411F-A96F-6099A14F4D0C}" srcOrd="3" destOrd="0" presId="urn:microsoft.com/office/officeart/2005/8/layout/hierarchy1"/>
    <dgm:cxn modelId="{EB69D6B2-36CB-43F4-B949-8C9DCF296BEE}" type="presParOf" srcId="{07DB352C-6998-411F-A96F-6099A14F4D0C}" destId="{8360412B-6CDB-4843-A905-791DC5624E98}" srcOrd="0" destOrd="0" presId="urn:microsoft.com/office/officeart/2005/8/layout/hierarchy1"/>
    <dgm:cxn modelId="{F479D72B-7692-4B3C-9459-852408605427}" type="presParOf" srcId="{8360412B-6CDB-4843-A905-791DC5624E98}" destId="{DAA67774-6656-4635-B666-B336FE792A07}" srcOrd="0" destOrd="0" presId="urn:microsoft.com/office/officeart/2005/8/layout/hierarchy1"/>
    <dgm:cxn modelId="{1C0A341B-E028-42CF-A403-850B2E3D5C26}" type="presParOf" srcId="{8360412B-6CDB-4843-A905-791DC5624E98}" destId="{44E1BEA1-0D76-4791-8DD5-FE99256078F4}" srcOrd="1" destOrd="0" presId="urn:microsoft.com/office/officeart/2005/8/layout/hierarchy1"/>
    <dgm:cxn modelId="{FC02BED5-8336-4E92-A3D3-ADBE8FB78E28}" type="presParOf" srcId="{07DB352C-6998-411F-A96F-6099A14F4D0C}" destId="{75B31405-8DC1-4E0C-A2A7-593ABA8927FB}" srcOrd="1" destOrd="0" presId="urn:microsoft.com/office/officeart/2005/8/layout/hierarchy1"/>
    <dgm:cxn modelId="{2475B4D3-0031-4B92-A9E9-6C48BEBD4123}" type="presParOf" srcId="{6421A8A8-BE64-4394-88B3-E5632FAFAEC4}" destId="{CDABAB16-2107-4627-9BAE-15D1DC78D8D0}" srcOrd="4" destOrd="0" presId="urn:microsoft.com/office/officeart/2005/8/layout/hierarchy1"/>
    <dgm:cxn modelId="{C888B443-4188-448C-9BEA-A928FCDC12CA}" type="presParOf" srcId="{6421A8A8-BE64-4394-88B3-E5632FAFAEC4}" destId="{BC608E9F-3871-462A-85C0-0A735A7FEEC8}" srcOrd="5" destOrd="0" presId="urn:microsoft.com/office/officeart/2005/8/layout/hierarchy1"/>
    <dgm:cxn modelId="{53F7F3E4-7E14-47F0-B2D2-F353F184F16B}" type="presParOf" srcId="{BC608E9F-3871-462A-85C0-0A735A7FEEC8}" destId="{0B77D40D-68ED-4DD5-92A4-015FC5F2C0A7}" srcOrd="0" destOrd="0" presId="urn:microsoft.com/office/officeart/2005/8/layout/hierarchy1"/>
    <dgm:cxn modelId="{3B1585BC-616F-4FA3-8802-B88B43087AD2}" type="presParOf" srcId="{0B77D40D-68ED-4DD5-92A4-015FC5F2C0A7}" destId="{7CADFEB6-9544-412D-BB95-625FED871E7B}" srcOrd="0" destOrd="0" presId="urn:microsoft.com/office/officeart/2005/8/layout/hierarchy1"/>
    <dgm:cxn modelId="{66C220D7-DA2F-43DD-BCB1-AC4B8433F051}" type="presParOf" srcId="{0B77D40D-68ED-4DD5-92A4-015FC5F2C0A7}" destId="{C2B4374A-5B1F-48CA-B0CA-29B6B20AF9EA}" srcOrd="1" destOrd="0" presId="urn:microsoft.com/office/officeart/2005/8/layout/hierarchy1"/>
    <dgm:cxn modelId="{55E79D52-C252-4BF5-88DB-C6354CBB593A}" type="presParOf" srcId="{BC608E9F-3871-462A-85C0-0A735A7FEEC8}" destId="{7740A629-B1D3-4EA2-B172-4475904C067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AE98E5-7F5F-4A61-A80A-75E84D78264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4FEFA7-31B1-4E16-BD3E-70DB028E9B61}">
      <dgm:prSet phldrT="[Text]"/>
      <dgm:spPr/>
      <dgm:t>
        <a:bodyPr/>
        <a:lstStyle/>
        <a:p>
          <a:r>
            <a:rPr lang="en-US" dirty="0" smtClean="0"/>
            <a:t>BASIC MATHS</a:t>
          </a:r>
          <a:endParaRPr lang="en-US" dirty="0"/>
        </a:p>
      </dgm:t>
    </dgm:pt>
    <dgm:pt modelId="{EA5C5B43-9540-4AE5-A05B-448D48B7F4E5}" type="parTrans" cxnId="{B32645F5-93E0-41FC-8916-172FC390BF34}">
      <dgm:prSet/>
      <dgm:spPr/>
      <dgm:t>
        <a:bodyPr/>
        <a:lstStyle/>
        <a:p>
          <a:endParaRPr lang="en-US"/>
        </a:p>
      </dgm:t>
    </dgm:pt>
    <dgm:pt modelId="{955FC9D8-3284-4A7F-9725-DF1D7B71F098}" type="sibTrans" cxnId="{B32645F5-93E0-41FC-8916-172FC390BF34}">
      <dgm:prSet/>
      <dgm:spPr/>
      <dgm:t>
        <a:bodyPr/>
        <a:lstStyle/>
        <a:p>
          <a:endParaRPr lang="en-US"/>
        </a:p>
      </dgm:t>
    </dgm:pt>
    <dgm:pt modelId="{10037828-D17C-401D-8CD9-29EA5891F8E6}">
      <dgm:prSet phldrT="[Text]"/>
      <dgm:spPr/>
      <dgm:t>
        <a:bodyPr/>
        <a:lstStyle/>
        <a:p>
          <a:r>
            <a:rPr lang="en-US" dirty="0" smtClean="0"/>
            <a:t>LINEAR ALGEBRA</a:t>
          </a:r>
          <a:endParaRPr lang="en-US" dirty="0"/>
        </a:p>
      </dgm:t>
    </dgm:pt>
    <dgm:pt modelId="{963D3318-27C7-433C-8B37-A00DE01BAF37}" type="parTrans" cxnId="{E735F6D7-D4CD-4EBE-863C-1F718BEB8796}">
      <dgm:prSet/>
      <dgm:spPr/>
      <dgm:t>
        <a:bodyPr/>
        <a:lstStyle/>
        <a:p>
          <a:endParaRPr lang="en-US"/>
        </a:p>
      </dgm:t>
    </dgm:pt>
    <dgm:pt modelId="{0DF79B3E-6F8D-4756-87FE-02E6BE9F9322}" type="sibTrans" cxnId="{E735F6D7-D4CD-4EBE-863C-1F718BEB8796}">
      <dgm:prSet/>
      <dgm:spPr/>
      <dgm:t>
        <a:bodyPr/>
        <a:lstStyle/>
        <a:p>
          <a:endParaRPr lang="en-US"/>
        </a:p>
      </dgm:t>
    </dgm:pt>
    <dgm:pt modelId="{7DEA2D41-2CB6-4A82-A114-DA2E83F6F0A3}">
      <dgm:prSet phldrT="[Text]"/>
      <dgm:spPr/>
      <dgm:t>
        <a:bodyPr/>
        <a:lstStyle/>
        <a:p>
          <a:r>
            <a:rPr lang="en-US" dirty="0" smtClean="0"/>
            <a:t>DESCRIPTIVE</a:t>
          </a:r>
          <a:endParaRPr lang="en-US" dirty="0"/>
        </a:p>
      </dgm:t>
    </dgm:pt>
    <dgm:pt modelId="{DF65B9D9-4DBF-4F4E-AC66-57B32A92B8B3}" type="parTrans" cxnId="{CFDEE091-82EB-4146-9853-E0849362098A}">
      <dgm:prSet/>
      <dgm:spPr/>
      <dgm:t>
        <a:bodyPr/>
        <a:lstStyle/>
        <a:p>
          <a:endParaRPr lang="en-US"/>
        </a:p>
      </dgm:t>
    </dgm:pt>
    <dgm:pt modelId="{F707E5A6-951F-461A-82B8-F3182CA5C2E9}" type="sibTrans" cxnId="{CFDEE091-82EB-4146-9853-E0849362098A}">
      <dgm:prSet/>
      <dgm:spPr/>
      <dgm:t>
        <a:bodyPr/>
        <a:lstStyle/>
        <a:p>
          <a:endParaRPr lang="en-US"/>
        </a:p>
      </dgm:t>
    </dgm:pt>
    <dgm:pt modelId="{7507043A-2182-40DE-8D76-CD3559E0A35A}">
      <dgm:prSet phldrT="[Text]"/>
      <dgm:spPr/>
      <dgm:t>
        <a:bodyPr/>
        <a:lstStyle/>
        <a:p>
          <a:r>
            <a:rPr lang="en-US" dirty="0" smtClean="0"/>
            <a:t>INFERENTIAL</a:t>
          </a:r>
          <a:endParaRPr lang="en-US" dirty="0"/>
        </a:p>
      </dgm:t>
    </dgm:pt>
    <dgm:pt modelId="{D9E4AE2E-8EA0-449A-B6E6-847237AB7C82}" type="parTrans" cxnId="{7C0D9997-AD6B-4306-9145-5FB012FFF657}">
      <dgm:prSet/>
      <dgm:spPr/>
      <dgm:t>
        <a:bodyPr/>
        <a:lstStyle/>
        <a:p>
          <a:endParaRPr lang="en-US"/>
        </a:p>
      </dgm:t>
    </dgm:pt>
    <dgm:pt modelId="{8EF9C541-87A6-409B-896A-16F68BB4C266}" type="sibTrans" cxnId="{7C0D9997-AD6B-4306-9145-5FB012FFF657}">
      <dgm:prSet/>
      <dgm:spPr/>
      <dgm:t>
        <a:bodyPr/>
        <a:lstStyle/>
        <a:p>
          <a:endParaRPr lang="en-US"/>
        </a:p>
      </dgm:t>
    </dgm:pt>
    <dgm:pt modelId="{C31292AE-289A-4137-84E1-F34446A1E45B}">
      <dgm:prSet phldrT="[Text]"/>
      <dgm:spPr/>
      <dgm:t>
        <a:bodyPr/>
        <a:lstStyle/>
        <a:p>
          <a:r>
            <a:rPr lang="en-US" dirty="0" smtClean="0"/>
            <a:t>DISTRIBUTION</a:t>
          </a:r>
        </a:p>
        <a:p>
          <a:r>
            <a:rPr lang="en-US" dirty="0" smtClean="0"/>
            <a:t>PERMUTATION</a:t>
          </a:r>
        </a:p>
        <a:p>
          <a:r>
            <a:rPr lang="en-US" dirty="0" smtClean="0"/>
            <a:t>COMBINATION</a:t>
          </a:r>
          <a:endParaRPr lang="en-US" dirty="0"/>
        </a:p>
      </dgm:t>
    </dgm:pt>
    <dgm:pt modelId="{08393352-F7D2-4871-91C0-374E41BB318F}" type="parTrans" cxnId="{FD479FEE-9E58-42B4-AF82-4A68185EB177}">
      <dgm:prSet/>
      <dgm:spPr/>
      <dgm:t>
        <a:bodyPr/>
        <a:lstStyle/>
        <a:p>
          <a:endParaRPr lang="en-US"/>
        </a:p>
      </dgm:t>
    </dgm:pt>
    <dgm:pt modelId="{12B43530-DDC0-4EDB-BB03-E323FDA34BDA}" type="sibTrans" cxnId="{FD479FEE-9E58-42B4-AF82-4A68185EB177}">
      <dgm:prSet/>
      <dgm:spPr/>
      <dgm:t>
        <a:bodyPr/>
        <a:lstStyle/>
        <a:p>
          <a:endParaRPr lang="en-US"/>
        </a:p>
      </dgm:t>
    </dgm:pt>
    <dgm:pt modelId="{8BB402E3-2B19-4113-8F1A-3E74148392AC}">
      <dgm:prSet phldrT="[Text]"/>
      <dgm:spPr/>
      <dgm:t>
        <a:bodyPr/>
        <a:lstStyle/>
        <a:p>
          <a:r>
            <a:rPr lang="en-US" dirty="0" smtClean="0"/>
            <a:t>STATISTICS</a:t>
          </a:r>
          <a:endParaRPr lang="en-US" dirty="0"/>
        </a:p>
      </dgm:t>
    </dgm:pt>
    <dgm:pt modelId="{998FAEBC-D562-4348-94F8-C5F60405D945}" type="parTrans" cxnId="{54AD7D66-ABBC-4948-A3B7-E0E735397CF8}">
      <dgm:prSet/>
      <dgm:spPr/>
      <dgm:t>
        <a:bodyPr/>
        <a:lstStyle/>
        <a:p>
          <a:endParaRPr lang="en-US"/>
        </a:p>
      </dgm:t>
    </dgm:pt>
    <dgm:pt modelId="{CA33E391-BB63-40F8-8758-A958E9199341}" type="sibTrans" cxnId="{54AD7D66-ABBC-4948-A3B7-E0E735397CF8}">
      <dgm:prSet/>
      <dgm:spPr/>
      <dgm:t>
        <a:bodyPr/>
        <a:lstStyle/>
        <a:p>
          <a:endParaRPr lang="en-US"/>
        </a:p>
      </dgm:t>
    </dgm:pt>
    <dgm:pt modelId="{1EB17C9E-4351-43A6-BF24-39F45C5CCFA3}">
      <dgm:prSet phldrT="[Text]"/>
      <dgm:spPr/>
      <dgm:t>
        <a:bodyPr/>
        <a:lstStyle/>
        <a:p>
          <a:r>
            <a:rPr lang="en-US" dirty="0" smtClean="0"/>
            <a:t>PROBABILITY	</a:t>
          </a:r>
          <a:endParaRPr lang="en-US" dirty="0"/>
        </a:p>
      </dgm:t>
    </dgm:pt>
    <dgm:pt modelId="{EB8D4ED2-3E4C-4A7A-A1CF-D720E4767CF7}" type="parTrans" cxnId="{FFA07892-C03D-4724-8980-0758A77FDBAB}">
      <dgm:prSet/>
      <dgm:spPr/>
      <dgm:t>
        <a:bodyPr/>
        <a:lstStyle/>
        <a:p>
          <a:endParaRPr lang="en-US"/>
        </a:p>
      </dgm:t>
    </dgm:pt>
    <dgm:pt modelId="{79B1BD93-EA2A-4312-A0D9-3CBA3FC7EEF6}" type="sibTrans" cxnId="{FFA07892-C03D-4724-8980-0758A77FDBAB}">
      <dgm:prSet/>
      <dgm:spPr/>
      <dgm:t>
        <a:bodyPr/>
        <a:lstStyle/>
        <a:p>
          <a:endParaRPr lang="en-US"/>
        </a:p>
      </dgm:t>
    </dgm:pt>
    <dgm:pt modelId="{6386CB95-6303-4CBD-9D0B-B4CD9B6BE586}" type="pres">
      <dgm:prSet presAssocID="{92AE98E5-7F5F-4A61-A80A-75E84D78264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6F9D0DC-622A-4676-AE5D-D7A249184375}" type="pres">
      <dgm:prSet presAssocID="{AA4FEFA7-31B1-4E16-BD3E-70DB028E9B61}" presName="hierRoot1" presStyleCnt="0"/>
      <dgm:spPr/>
    </dgm:pt>
    <dgm:pt modelId="{E263CAA9-7065-4AE2-941E-A6B14ED64CF4}" type="pres">
      <dgm:prSet presAssocID="{AA4FEFA7-31B1-4E16-BD3E-70DB028E9B61}" presName="composite" presStyleCnt="0"/>
      <dgm:spPr/>
    </dgm:pt>
    <dgm:pt modelId="{EE70C021-076F-47FF-BDE0-A9B4196F29E5}" type="pres">
      <dgm:prSet presAssocID="{AA4FEFA7-31B1-4E16-BD3E-70DB028E9B61}" presName="background" presStyleLbl="node0" presStyleIdx="0" presStyleCnt="1"/>
      <dgm:spPr/>
    </dgm:pt>
    <dgm:pt modelId="{3F98EFDE-FD68-43C1-BAAE-D60FAA7CB062}" type="pres">
      <dgm:prSet presAssocID="{AA4FEFA7-31B1-4E16-BD3E-70DB028E9B61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9F73AF8-7F47-46D3-AC87-F985BC059DD4}" type="pres">
      <dgm:prSet presAssocID="{AA4FEFA7-31B1-4E16-BD3E-70DB028E9B61}" presName="hierChild2" presStyleCnt="0"/>
      <dgm:spPr/>
    </dgm:pt>
    <dgm:pt modelId="{A5391009-B83E-4088-A50D-EA21CF6B8C81}" type="pres">
      <dgm:prSet presAssocID="{963D3318-27C7-433C-8B37-A00DE01BAF37}" presName="Name10" presStyleLbl="parChTrans1D2" presStyleIdx="0" presStyleCnt="4"/>
      <dgm:spPr/>
      <dgm:t>
        <a:bodyPr/>
        <a:lstStyle/>
        <a:p>
          <a:endParaRPr lang="en-US"/>
        </a:p>
      </dgm:t>
    </dgm:pt>
    <dgm:pt modelId="{0D9F0C20-4C22-43EA-AD1E-9F7DDBA97D36}" type="pres">
      <dgm:prSet presAssocID="{10037828-D17C-401D-8CD9-29EA5891F8E6}" presName="hierRoot2" presStyleCnt="0"/>
      <dgm:spPr/>
    </dgm:pt>
    <dgm:pt modelId="{FB3E00ED-2CBD-486D-9274-BB140871DE71}" type="pres">
      <dgm:prSet presAssocID="{10037828-D17C-401D-8CD9-29EA5891F8E6}" presName="composite2" presStyleCnt="0"/>
      <dgm:spPr/>
    </dgm:pt>
    <dgm:pt modelId="{6F661AC0-5DA0-49F9-BAA7-5074975D40AF}" type="pres">
      <dgm:prSet presAssocID="{10037828-D17C-401D-8CD9-29EA5891F8E6}" presName="background2" presStyleLbl="node2" presStyleIdx="0" presStyleCnt="4"/>
      <dgm:spPr/>
    </dgm:pt>
    <dgm:pt modelId="{71CBAA2B-ED4A-4850-900E-63A12BFDF0C0}" type="pres">
      <dgm:prSet presAssocID="{10037828-D17C-401D-8CD9-29EA5891F8E6}" presName="text2" presStyleLbl="fgAcc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2ABDF3C-2ABE-43B8-9B79-929C4C14A3F3}" type="pres">
      <dgm:prSet presAssocID="{10037828-D17C-401D-8CD9-29EA5891F8E6}" presName="hierChild3" presStyleCnt="0"/>
      <dgm:spPr/>
    </dgm:pt>
    <dgm:pt modelId="{8D7AA0A4-710D-4932-AC12-7B77330487A7}" type="pres">
      <dgm:prSet presAssocID="{EB8D4ED2-3E4C-4A7A-A1CF-D720E4767CF7}" presName="Name10" presStyleLbl="parChTrans1D2" presStyleIdx="1" presStyleCnt="4"/>
      <dgm:spPr/>
      <dgm:t>
        <a:bodyPr/>
        <a:lstStyle/>
        <a:p>
          <a:endParaRPr lang="en-US"/>
        </a:p>
      </dgm:t>
    </dgm:pt>
    <dgm:pt modelId="{704C4B4F-D706-4C5A-A42C-D1FE3E444F59}" type="pres">
      <dgm:prSet presAssocID="{1EB17C9E-4351-43A6-BF24-39F45C5CCFA3}" presName="hierRoot2" presStyleCnt="0"/>
      <dgm:spPr/>
    </dgm:pt>
    <dgm:pt modelId="{1C24A3DB-F651-41A6-A12F-0EFC72BB32A6}" type="pres">
      <dgm:prSet presAssocID="{1EB17C9E-4351-43A6-BF24-39F45C5CCFA3}" presName="composite2" presStyleCnt="0"/>
      <dgm:spPr/>
    </dgm:pt>
    <dgm:pt modelId="{443BB908-79AD-4EF0-8860-5FF26B53ED99}" type="pres">
      <dgm:prSet presAssocID="{1EB17C9E-4351-43A6-BF24-39F45C5CCFA3}" presName="background2" presStyleLbl="node2" presStyleIdx="1" presStyleCnt="4"/>
      <dgm:spPr/>
    </dgm:pt>
    <dgm:pt modelId="{01E2F8FF-1176-4289-A3EE-A27F5679AADD}" type="pres">
      <dgm:prSet presAssocID="{1EB17C9E-4351-43A6-BF24-39F45C5CCFA3}" presName="text2" presStyleLbl="fgAcc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0A093A0-B352-40CE-A9C3-866254F3B493}" type="pres">
      <dgm:prSet presAssocID="{1EB17C9E-4351-43A6-BF24-39F45C5CCFA3}" presName="hierChild3" presStyleCnt="0"/>
      <dgm:spPr/>
    </dgm:pt>
    <dgm:pt modelId="{2591F40E-D073-43CB-A1D9-821CE4EC54F2}" type="pres">
      <dgm:prSet presAssocID="{998FAEBC-D562-4348-94F8-C5F60405D945}" presName="Name10" presStyleLbl="parChTrans1D2" presStyleIdx="2" presStyleCnt="4"/>
      <dgm:spPr/>
      <dgm:t>
        <a:bodyPr/>
        <a:lstStyle/>
        <a:p>
          <a:endParaRPr lang="en-US"/>
        </a:p>
      </dgm:t>
    </dgm:pt>
    <dgm:pt modelId="{2FB729C3-84A7-4F8E-A5E9-624DE024CC17}" type="pres">
      <dgm:prSet presAssocID="{8BB402E3-2B19-4113-8F1A-3E74148392AC}" presName="hierRoot2" presStyleCnt="0"/>
      <dgm:spPr/>
    </dgm:pt>
    <dgm:pt modelId="{31B4278F-1510-4C56-AB97-B33E1B180274}" type="pres">
      <dgm:prSet presAssocID="{8BB402E3-2B19-4113-8F1A-3E74148392AC}" presName="composite2" presStyleCnt="0"/>
      <dgm:spPr/>
    </dgm:pt>
    <dgm:pt modelId="{DE9A5764-F31E-400C-9AFC-69F55CE6D903}" type="pres">
      <dgm:prSet presAssocID="{8BB402E3-2B19-4113-8F1A-3E74148392AC}" presName="background2" presStyleLbl="node2" presStyleIdx="2" presStyleCnt="4"/>
      <dgm:spPr/>
    </dgm:pt>
    <dgm:pt modelId="{3C9867F6-77FB-43B1-A815-C3B6E41412B5}" type="pres">
      <dgm:prSet presAssocID="{8BB402E3-2B19-4113-8F1A-3E74148392AC}" presName="text2" presStyleLbl="fgAcc2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60D607F-7D2B-4B3A-95D2-758CAFCAD0CB}" type="pres">
      <dgm:prSet presAssocID="{8BB402E3-2B19-4113-8F1A-3E74148392AC}" presName="hierChild3" presStyleCnt="0"/>
      <dgm:spPr/>
    </dgm:pt>
    <dgm:pt modelId="{FCB63CD9-CEED-424F-8D08-407488080E29}" type="pres">
      <dgm:prSet presAssocID="{DF65B9D9-4DBF-4F4E-AC66-57B32A92B8B3}" presName="Name17" presStyleLbl="parChTrans1D3" presStyleIdx="0" presStyleCnt="2"/>
      <dgm:spPr/>
      <dgm:t>
        <a:bodyPr/>
        <a:lstStyle/>
        <a:p>
          <a:endParaRPr lang="en-US"/>
        </a:p>
      </dgm:t>
    </dgm:pt>
    <dgm:pt modelId="{AFC94E4B-C670-4DAB-AE83-B1DC88017B7B}" type="pres">
      <dgm:prSet presAssocID="{7DEA2D41-2CB6-4A82-A114-DA2E83F6F0A3}" presName="hierRoot3" presStyleCnt="0"/>
      <dgm:spPr/>
    </dgm:pt>
    <dgm:pt modelId="{C46F7F2B-693A-47D5-B98D-6CDB38B34D55}" type="pres">
      <dgm:prSet presAssocID="{7DEA2D41-2CB6-4A82-A114-DA2E83F6F0A3}" presName="composite3" presStyleCnt="0"/>
      <dgm:spPr/>
    </dgm:pt>
    <dgm:pt modelId="{6283A05E-11D8-42EE-9FCD-B0E3833D1667}" type="pres">
      <dgm:prSet presAssocID="{7DEA2D41-2CB6-4A82-A114-DA2E83F6F0A3}" presName="background3" presStyleLbl="node3" presStyleIdx="0" presStyleCnt="2"/>
      <dgm:spPr/>
    </dgm:pt>
    <dgm:pt modelId="{1BB05C7C-6AF3-43B8-B0B9-ED7F436E09D8}" type="pres">
      <dgm:prSet presAssocID="{7DEA2D41-2CB6-4A82-A114-DA2E83F6F0A3}" presName="text3" presStyleLbl="fgAcc3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6DD6D8D-A158-4EC3-9172-D9B949F6CE46}" type="pres">
      <dgm:prSet presAssocID="{7DEA2D41-2CB6-4A82-A114-DA2E83F6F0A3}" presName="hierChild4" presStyleCnt="0"/>
      <dgm:spPr/>
    </dgm:pt>
    <dgm:pt modelId="{4556DD96-7FD3-47A8-8AFA-A7289E2B231F}" type="pres">
      <dgm:prSet presAssocID="{D9E4AE2E-8EA0-449A-B6E6-847237AB7C82}" presName="Name17" presStyleLbl="parChTrans1D3" presStyleIdx="1" presStyleCnt="2"/>
      <dgm:spPr/>
      <dgm:t>
        <a:bodyPr/>
        <a:lstStyle/>
        <a:p>
          <a:endParaRPr lang="en-US"/>
        </a:p>
      </dgm:t>
    </dgm:pt>
    <dgm:pt modelId="{E69E1F2F-51B3-4E88-8FBD-46360FBD5E26}" type="pres">
      <dgm:prSet presAssocID="{7507043A-2182-40DE-8D76-CD3559E0A35A}" presName="hierRoot3" presStyleCnt="0"/>
      <dgm:spPr/>
    </dgm:pt>
    <dgm:pt modelId="{5F4E9D20-4655-49A6-BD62-83F9695D3E4C}" type="pres">
      <dgm:prSet presAssocID="{7507043A-2182-40DE-8D76-CD3559E0A35A}" presName="composite3" presStyleCnt="0"/>
      <dgm:spPr/>
    </dgm:pt>
    <dgm:pt modelId="{1BAE67F5-81EE-4344-890F-A553BAB8C336}" type="pres">
      <dgm:prSet presAssocID="{7507043A-2182-40DE-8D76-CD3559E0A35A}" presName="background3" presStyleLbl="node3" presStyleIdx="1" presStyleCnt="2"/>
      <dgm:spPr/>
    </dgm:pt>
    <dgm:pt modelId="{103215C1-485A-4795-8B0A-A7A9C2430308}" type="pres">
      <dgm:prSet presAssocID="{7507043A-2182-40DE-8D76-CD3559E0A35A}" presName="text3" presStyleLbl="fgAcc3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61EBCAE-7E13-4AD7-8035-66587FFA2F98}" type="pres">
      <dgm:prSet presAssocID="{7507043A-2182-40DE-8D76-CD3559E0A35A}" presName="hierChild4" presStyleCnt="0"/>
      <dgm:spPr/>
    </dgm:pt>
    <dgm:pt modelId="{4DD33098-6600-452B-8DA8-5326D653E0BB}" type="pres">
      <dgm:prSet presAssocID="{08393352-F7D2-4871-91C0-374E41BB318F}" presName="Name10" presStyleLbl="parChTrans1D2" presStyleIdx="3" presStyleCnt="4"/>
      <dgm:spPr/>
      <dgm:t>
        <a:bodyPr/>
        <a:lstStyle/>
        <a:p>
          <a:endParaRPr lang="en-US"/>
        </a:p>
      </dgm:t>
    </dgm:pt>
    <dgm:pt modelId="{885B11C7-1437-4B8F-B604-2200F6C50305}" type="pres">
      <dgm:prSet presAssocID="{C31292AE-289A-4137-84E1-F34446A1E45B}" presName="hierRoot2" presStyleCnt="0"/>
      <dgm:spPr/>
    </dgm:pt>
    <dgm:pt modelId="{D6BD87DF-E1E4-44F8-BA33-1A70ADA2B623}" type="pres">
      <dgm:prSet presAssocID="{C31292AE-289A-4137-84E1-F34446A1E45B}" presName="composite2" presStyleCnt="0"/>
      <dgm:spPr/>
    </dgm:pt>
    <dgm:pt modelId="{E5AC7260-72E5-4AE9-AEB0-80164DC8BB36}" type="pres">
      <dgm:prSet presAssocID="{C31292AE-289A-4137-84E1-F34446A1E45B}" presName="background2" presStyleLbl="node2" presStyleIdx="3" presStyleCnt="4"/>
      <dgm:spPr/>
    </dgm:pt>
    <dgm:pt modelId="{4508B044-6A9D-419C-BA71-8397813ACE65}" type="pres">
      <dgm:prSet presAssocID="{C31292AE-289A-4137-84E1-F34446A1E45B}" presName="text2" presStyleLbl="fgAcc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E8D999E-3D11-47A6-AB8C-E4D89C8B3672}" type="pres">
      <dgm:prSet presAssocID="{C31292AE-289A-4137-84E1-F34446A1E45B}" presName="hierChild3" presStyleCnt="0"/>
      <dgm:spPr/>
    </dgm:pt>
  </dgm:ptLst>
  <dgm:cxnLst>
    <dgm:cxn modelId="{4EF8DBE1-23C0-4A0F-9EA1-B5E9C126BDA7}" type="presOf" srcId="{92AE98E5-7F5F-4A61-A80A-75E84D78264F}" destId="{6386CB95-6303-4CBD-9D0B-B4CD9B6BE586}" srcOrd="0" destOrd="0" presId="urn:microsoft.com/office/officeart/2005/8/layout/hierarchy1"/>
    <dgm:cxn modelId="{54AD7D66-ABBC-4948-A3B7-E0E735397CF8}" srcId="{AA4FEFA7-31B1-4E16-BD3E-70DB028E9B61}" destId="{8BB402E3-2B19-4113-8F1A-3E74148392AC}" srcOrd="2" destOrd="0" parTransId="{998FAEBC-D562-4348-94F8-C5F60405D945}" sibTransId="{CA33E391-BB63-40F8-8758-A958E9199341}"/>
    <dgm:cxn modelId="{B32645F5-93E0-41FC-8916-172FC390BF34}" srcId="{92AE98E5-7F5F-4A61-A80A-75E84D78264F}" destId="{AA4FEFA7-31B1-4E16-BD3E-70DB028E9B61}" srcOrd="0" destOrd="0" parTransId="{EA5C5B43-9540-4AE5-A05B-448D48B7F4E5}" sibTransId="{955FC9D8-3284-4A7F-9725-DF1D7B71F098}"/>
    <dgm:cxn modelId="{C8C1CC8F-D8D0-49D2-8A78-95C0BB1670D7}" type="presOf" srcId="{1EB17C9E-4351-43A6-BF24-39F45C5CCFA3}" destId="{01E2F8FF-1176-4289-A3EE-A27F5679AADD}" srcOrd="0" destOrd="0" presId="urn:microsoft.com/office/officeart/2005/8/layout/hierarchy1"/>
    <dgm:cxn modelId="{27ED5D88-4031-47C2-BEDD-AD1A10437B05}" type="presOf" srcId="{10037828-D17C-401D-8CD9-29EA5891F8E6}" destId="{71CBAA2B-ED4A-4850-900E-63A12BFDF0C0}" srcOrd="0" destOrd="0" presId="urn:microsoft.com/office/officeart/2005/8/layout/hierarchy1"/>
    <dgm:cxn modelId="{CFDEE091-82EB-4146-9853-E0849362098A}" srcId="{8BB402E3-2B19-4113-8F1A-3E74148392AC}" destId="{7DEA2D41-2CB6-4A82-A114-DA2E83F6F0A3}" srcOrd="0" destOrd="0" parTransId="{DF65B9D9-4DBF-4F4E-AC66-57B32A92B8B3}" sibTransId="{F707E5A6-951F-461A-82B8-F3182CA5C2E9}"/>
    <dgm:cxn modelId="{2C3C6953-E405-4E5E-8DDC-561C9C07C4ED}" type="presOf" srcId="{D9E4AE2E-8EA0-449A-B6E6-847237AB7C82}" destId="{4556DD96-7FD3-47A8-8AFA-A7289E2B231F}" srcOrd="0" destOrd="0" presId="urn:microsoft.com/office/officeart/2005/8/layout/hierarchy1"/>
    <dgm:cxn modelId="{6E8C3063-7703-4F49-9C06-73C0E6BD4A99}" type="presOf" srcId="{C31292AE-289A-4137-84E1-F34446A1E45B}" destId="{4508B044-6A9D-419C-BA71-8397813ACE65}" srcOrd="0" destOrd="0" presId="urn:microsoft.com/office/officeart/2005/8/layout/hierarchy1"/>
    <dgm:cxn modelId="{1E604089-21E6-438E-9696-83F639FCC89D}" type="presOf" srcId="{DF65B9D9-4DBF-4F4E-AC66-57B32A92B8B3}" destId="{FCB63CD9-CEED-424F-8D08-407488080E29}" srcOrd="0" destOrd="0" presId="urn:microsoft.com/office/officeart/2005/8/layout/hierarchy1"/>
    <dgm:cxn modelId="{FD479FEE-9E58-42B4-AF82-4A68185EB177}" srcId="{AA4FEFA7-31B1-4E16-BD3E-70DB028E9B61}" destId="{C31292AE-289A-4137-84E1-F34446A1E45B}" srcOrd="3" destOrd="0" parTransId="{08393352-F7D2-4871-91C0-374E41BB318F}" sibTransId="{12B43530-DDC0-4EDB-BB03-E323FDA34BDA}"/>
    <dgm:cxn modelId="{BF288125-1C87-4935-BB67-FAFBF4F75B2D}" type="presOf" srcId="{08393352-F7D2-4871-91C0-374E41BB318F}" destId="{4DD33098-6600-452B-8DA8-5326D653E0BB}" srcOrd="0" destOrd="0" presId="urn:microsoft.com/office/officeart/2005/8/layout/hierarchy1"/>
    <dgm:cxn modelId="{5D7956F1-A7DA-4FC8-BFA7-712DAD01F19F}" type="presOf" srcId="{EB8D4ED2-3E4C-4A7A-A1CF-D720E4767CF7}" destId="{8D7AA0A4-710D-4932-AC12-7B77330487A7}" srcOrd="0" destOrd="0" presId="urn:microsoft.com/office/officeart/2005/8/layout/hierarchy1"/>
    <dgm:cxn modelId="{7C0D9997-AD6B-4306-9145-5FB012FFF657}" srcId="{8BB402E3-2B19-4113-8F1A-3E74148392AC}" destId="{7507043A-2182-40DE-8D76-CD3559E0A35A}" srcOrd="1" destOrd="0" parTransId="{D9E4AE2E-8EA0-449A-B6E6-847237AB7C82}" sibTransId="{8EF9C541-87A6-409B-896A-16F68BB4C266}"/>
    <dgm:cxn modelId="{CBA43F3D-2317-4D5A-BAF9-6F1346E2805E}" type="presOf" srcId="{7DEA2D41-2CB6-4A82-A114-DA2E83F6F0A3}" destId="{1BB05C7C-6AF3-43B8-B0B9-ED7F436E09D8}" srcOrd="0" destOrd="0" presId="urn:microsoft.com/office/officeart/2005/8/layout/hierarchy1"/>
    <dgm:cxn modelId="{FFA07892-C03D-4724-8980-0758A77FDBAB}" srcId="{AA4FEFA7-31B1-4E16-BD3E-70DB028E9B61}" destId="{1EB17C9E-4351-43A6-BF24-39F45C5CCFA3}" srcOrd="1" destOrd="0" parTransId="{EB8D4ED2-3E4C-4A7A-A1CF-D720E4767CF7}" sibTransId="{79B1BD93-EA2A-4312-A0D9-3CBA3FC7EEF6}"/>
    <dgm:cxn modelId="{42986795-8ECF-448B-A989-69C3069AECCB}" type="presOf" srcId="{AA4FEFA7-31B1-4E16-BD3E-70DB028E9B61}" destId="{3F98EFDE-FD68-43C1-BAAE-D60FAA7CB062}" srcOrd="0" destOrd="0" presId="urn:microsoft.com/office/officeart/2005/8/layout/hierarchy1"/>
    <dgm:cxn modelId="{D10193D7-D885-4823-A953-ADA2048227E2}" type="presOf" srcId="{998FAEBC-D562-4348-94F8-C5F60405D945}" destId="{2591F40E-D073-43CB-A1D9-821CE4EC54F2}" srcOrd="0" destOrd="0" presId="urn:microsoft.com/office/officeart/2005/8/layout/hierarchy1"/>
    <dgm:cxn modelId="{CDC9E057-614A-4D61-9F7E-AE2752ECDCC8}" type="presOf" srcId="{963D3318-27C7-433C-8B37-A00DE01BAF37}" destId="{A5391009-B83E-4088-A50D-EA21CF6B8C81}" srcOrd="0" destOrd="0" presId="urn:microsoft.com/office/officeart/2005/8/layout/hierarchy1"/>
    <dgm:cxn modelId="{31E414DF-C898-4E57-A82D-76EE2881C648}" type="presOf" srcId="{8BB402E3-2B19-4113-8F1A-3E74148392AC}" destId="{3C9867F6-77FB-43B1-A815-C3B6E41412B5}" srcOrd="0" destOrd="0" presId="urn:microsoft.com/office/officeart/2005/8/layout/hierarchy1"/>
    <dgm:cxn modelId="{00FFD8EE-84F5-4B11-A6FA-9AFBBFB79D06}" type="presOf" srcId="{7507043A-2182-40DE-8D76-CD3559E0A35A}" destId="{103215C1-485A-4795-8B0A-A7A9C2430308}" srcOrd="0" destOrd="0" presId="urn:microsoft.com/office/officeart/2005/8/layout/hierarchy1"/>
    <dgm:cxn modelId="{E735F6D7-D4CD-4EBE-863C-1F718BEB8796}" srcId="{AA4FEFA7-31B1-4E16-BD3E-70DB028E9B61}" destId="{10037828-D17C-401D-8CD9-29EA5891F8E6}" srcOrd="0" destOrd="0" parTransId="{963D3318-27C7-433C-8B37-A00DE01BAF37}" sibTransId="{0DF79B3E-6F8D-4756-87FE-02E6BE9F9322}"/>
    <dgm:cxn modelId="{5083BCC2-3A8C-4A29-AB09-E885FF913EEF}" type="presParOf" srcId="{6386CB95-6303-4CBD-9D0B-B4CD9B6BE586}" destId="{56F9D0DC-622A-4676-AE5D-D7A249184375}" srcOrd="0" destOrd="0" presId="urn:microsoft.com/office/officeart/2005/8/layout/hierarchy1"/>
    <dgm:cxn modelId="{3369B8B7-19B7-460E-A4E0-EF8301E1DE5A}" type="presParOf" srcId="{56F9D0DC-622A-4676-AE5D-D7A249184375}" destId="{E263CAA9-7065-4AE2-941E-A6B14ED64CF4}" srcOrd="0" destOrd="0" presId="urn:microsoft.com/office/officeart/2005/8/layout/hierarchy1"/>
    <dgm:cxn modelId="{6ED9AAB4-9F6E-4F5F-8270-7C3AF886BC3E}" type="presParOf" srcId="{E263CAA9-7065-4AE2-941E-A6B14ED64CF4}" destId="{EE70C021-076F-47FF-BDE0-A9B4196F29E5}" srcOrd="0" destOrd="0" presId="urn:microsoft.com/office/officeart/2005/8/layout/hierarchy1"/>
    <dgm:cxn modelId="{0BCE2AD7-0463-4C1A-8311-19A429D5A2DD}" type="presParOf" srcId="{E263CAA9-7065-4AE2-941E-A6B14ED64CF4}" destId="{3F98EFDE-FD68-43C1-BAAE-D60FAA7CB062}" srcOrd="1" destOrd="0" presId="urn:microsoft.com/office/officeart/2005/8/layout/hierarchy1"/>
    <dgm:cxn modelId="{E0DDE132-7DFF-4CB3-8AF8-878374B2910F}" type="presParOf" srcId="{56F9D0DC-622A-4676-AE5D-D7A249184375}" destId="{99F73AF8-7F47-46D3-AC87-F985BC059DD4}" srcOrd="1" destOrd="0" presId="urn:microsoft.com/office/officeart/2005/8/layout/hierarchy1"/>
    <dgm:cxn modelId="{180F2603-328D-40FB-A396-DDF2B5C909DB}" type="presParOf" srcId="{99F73AF8-7F47-46D3-AC87-F985BC059DD4}" destId="{A5391009-B83E-4088-A50D-EA21CF6B8C81}" srcOrd="0" destOrd="0" presId="urn:microsoft.com/office/officeart/2005/8/layout/hierarchy1"/>
    <dgm:cxn modelId="{32FB9EED-1503-45E1-B2DC-2652EE396D3E}" type="presParOf" srcId="{99F73AF8-7F47-46D3-AC87-F985BC059DD4}" destId="{0D9F0C20-4C22-43EA-AD1E-9F7DDBA97D36}" srcOrd="1" destOrd="0" presId="urn:microsoft.com/office/officeart/2005/8/layout/hierarchy1"/>
    <dgm:cxn modelId="{0A8044ED-B203-4939-95E2-25A5B347099F}" type="presParOf" srcId="{0D9F0C20-4C22-43EA-AD1E-9F7DDBA97D36}" destId="{FB3E00ED-2CBD-486D-9274-BB140871DE71}" srcOrd="0" destOrd="0" presId="urn:microsoft.com/office/officeart/2005/8/layout/hierarchy1"/>
    <dgm:cxn modelId="{F8536739-4032-4F38-BA06-01FCAD32A1BB}" type="presParOf" srcId="{FB3E00ED-2CBD-486D-9274-BB140871DE71}" destId="{6F661AC0-5DA0-49F9-BAA7-5074975D40AF}" srcOrd="0" destOrd="0" presId="urn:microsoft.com/office/officeart/2005/8/layout/hierarchy1"/>
    <dgm:cxn modelId="{AF48709D-53CB-42AE-B493-359DEEE99BE6}" type="presParOf" srcId="{FB3E00ED-2CBD-486D-9274-BB140871DE71}" destId="{71CBAA2B-ED4A-4850-900E-63A12BFDF0C0}" srcOrd="1" destOrd="0" presId="urn:microsoft.com/office/officeart/2005/8/layout/hierarchy1"/>
    <dgm:cxn modelId="{5B654FB4-D2AD-4A3C-8BF1-B7C3E75AEB40}" type="presParOf" srcId="{0D9F0C20-4C22-43EA-AD1E-9F7DDBA97D36}" destId="{72ABDF3C-2ABE-43B8-9B79-929C4C14A3F3}" srcOrd="1" destOrd="0" presId="urn:microsoft.com/office/officeart/2005/8/layout/hierarchy1"/>
    <dgm:cxn modelId="{A1478612-84FA-4805-946C-F5D4A1B0D196}" type="presParOf" srcId="{99F73AF8-7F47-46D3-AC87-F985BC059DD4}" destId="{8D7AA0A4-710D-4932-AC12-7B77330487A7}" srcOrd="2" destOrd="0" presId="urn:microsoft.com/office/officeart/2005/8/layout/hierarchy1"/>
    <dgm:cxn modelId="{61C4BF04-E5F9-4444-9E88-F04E1A2F72A1}" type="presParOf" srcId="{99F73AF8-7F47-46D3-AC87-F985BC059DD4}" destId="{704C4B4F-D706-4C5A-A42C-D1FE3E444F59}" srcOrd="3" destOrd="0" presId="urn:microsoft.com/office/officeart/2005/8/layout/hierarchy1"/>
    <dgm:cxn modelId="{27E73C39-2F8C-4E7A-9D14-A690B5480810}" type="presParOf" srcId="{704C4B4F-D706-4C5A-A42C-D1FE3E444F59}" destId="{1C24A3DB-F651-41A6-A12F-0EFC72BB32A6}" srcOrd="0" destOrd="0" presId="urn:microsoft.com/office/officeart/2005/8/layout/hierarchy1"/>
    <dgm:cxn modelId="{45EE7301-11CB-4369-B442-53F27023A66D}" type="presParOf" srcId="{1C24A3DB-F651-41A6-A12F-0EFC72BB32A6}" destId="{443BB908-79AD-4EF0-8860-5FF26B53ED99}" srcOrd="0" destOrd="0" presId="urn:microsoft.com/office/officeart/2005/8/layout/hierarchy1"/>
    <dgm:cxn modelId="{3BB108D7-E521-4F9B-A0E1-4B3DABB0710E}" type="presParOf" srcId="{1C24A3DB-F651-41A6-A12F-0EFC72BB32A6}" destId="{01E2F8FF-1176-4289-A3EE-A27F5679AADD}" srcOrd="1" destOrd="0" presId="urn:microsoft.com/office/officeart/2005/8/layout/hierarchy1"/>
    <dgm:cxn modelId="{255F5D8C-7296-4E52-8A4A-2DD781A88470}" type="presParOf" srcId="{704C4B4F-D706-4C5A-A42C-D1FE3E444F59}" destId="{80A093A0-B352-40CE-A9C3-866254F3B493}" srcOrd="1" destOrd="0" presId="urn:microsoft.com/office/officeart/2005/8/layout/hierarchy1"/>
    <dgm:cxn modelId="{8C77A7CA-9A51-4833-BE81-7AF8ACB50BE5}" type="presParOf" srcId="{99F73AF8-7F47-46D3-AC87-F985BC059DD4}" destId="{2591F40E-D073-43CB-A1D9-821CE4EC54F2}" srcOrd="4" destOrd="0" presId="urn:microsoft.com/office/officeart/2005/8/layout/hierarchy1"/>
    <dgm:cxn modelId="{A745CD8D-2010-48FA-83FA-9E8FB0AF36A4}" type="presParOf" srcId="{99F73AF8-7F47-46D3-AC87-F985BC059DD4}" destId="{2FB729C3-84A7-4F8E-A5E9-624DE024CC17}" srcOrd="5" destOrd="0" presId="urn:microsoft.com/office/officeart/2005/8/layout/hierarchy1"/>
    <dgm:cxn modelId="{7F16BA79-47A1-4670-80C7-FFA07F0BBED3}" type="presParOf" srcId="{2FB729C3-84A7-4F8E-A5E9-624DE024CC17}" destId="{31B4278F-1510-4C56-AB97-B33E1B180274}" srcOrd="0" destOrd="0" presId="urn:microsoft.com/office/officeart/2005/8/layout/hierarchy1"/>
    <dgm:cxn modelId="{E5B44CF0-F47A-404C-9CC1-9B76B297242C}" type="presParOf" srcId="{31B4278F-1510-4C56-AB97-B33E1B180274}" destId="{DE9A5764-F31E-400C-9AFC-69F55CE6D903}" srcOrd="0" destOrd="0" presId="urn:microsoft.com/office/officeart/2005/8/layout/hierarchy1"/>
    <dgm:cxn modelId="{2EA6E95E-A35A-4CAD-AD48-BD4060A0A1E1}" type="presParOf" srcId="{31B4278F-1510-4C56-AB97-B33E1B180274}" destId="{3C9867F6-77FB-43B1-A815-C3B6E41412B5}" srcOrd="1" destOrd="0" presId="urn:microsoft.com/office/officeart/2005/8/layout/hierarchy1"/>
    <dgm:cxn modelId="{8A5FB6FA-1E2B-44CD-9E1F-CDC6B48DC0B1}" type="presParOf" srcId="{2FB729C3-84A7-4F8E-A5E9-624DE024CC17}" destId="{960D607F-7D2B-4B3A-95D2-758CAFCAD0CB}" srcOrd="1" destOrd="0" presId="urn:microsoft.com/office/officeart/2005/8/layout/hierarchy1"/>
    <dgm:cxn modelId="{08346491-BE71-4EBB-8FEB-F93132B66D22}" type="presParOf" srcId="{960D607F-7D2B-4B3A-95D2-758CAFCAD0CB}" destId="{FCB63CD9-CEED-424F-8D08-407488080E29}" srcOrd="0" destOrd="0" presId="urn:microsoft.com/office/officeart/2005/8/layout/hierarchy1"/>
    <dgm:cxn modelId="{04CB9A04-A5BA-47B0-915A-7A52AD225CB0}" type="presParOf" srcId="{960D607F-7D2B-4B3A-95D2-758CAFCAD0CB}" destId="{AFC94E4B-C670-4DAB-AE83-B1DC88017B7B}" srcOrd="1" destOrd="0" presId="urn:microsoft.com/office/officeart/2005/8/layout/hierarchy1"/>
    <dgm:cxn modelId="{09CD5C51-F244-458B-8B89-863267A71A69}" type="presParOf" srcId="{AFC94E4B-C670-4DAB-AE83-B1DC88017B7B}" destId="{C46F7F2B-693A-47D5-B98D-6CDB38B34D55}" srcOrd="0" destOrd="0" presId="urn:microsoft.com/office/officeart/2005/8/layout/hierarchy1"/>
    <dgm:cxn modelId="{036055F4-C6EB-4646-9F0C-0D34681CF04C}" type="presParOf" srcId="{C46F7F2B-693A-47D5-B98D-6CDB38B34D55}" destId="{6283A05E-11D8-42EE-9FCD-B0E3833D1667}" srcOrd="0" destOrd="0" presId="urn:microsoft.com/office/officeart/2005/8/layout/hierarchy1"/>
    <dgm:cxn modelId="{C41A54AD-E806-4A9F-82DA-F5C97C9A5083}" type="presParOf" srcId="{C46F7F2B-693A-47D5-B98D-6CDB38B34D55}" destId="{1BB05C7C-6AF3-43B8-B0B9-ED7F436E09D8}" srcOrd="1" destOrd="0" presId="urn:microsoft.com/office/officeart/2005/8/layout/hierarchy1"/>
    <dgm:cxn modelId="{57A44D08-18FF-4C68-867B-79E2C3E9B24E}" type="presParOf" srcId="{AFC94E4B-C670-4DAB-AE83-B1DC88017B7B}" destId="{A6DD6D8D-A158-4EC3-9172-D9B949F6CE46}" srcOrd="1" destOrd="0" presId="urn:microsoft.com/office/officeart/2005/8/layout/hierarchy1"/>
    <dgm:cxn modelId="{98F65CE9-A30A-4AC5-85E4-63745D80EF35}" type="presParOf" srcId="{960D607F-7D2B-4B3A-95D2-758CAFCAD0CB}" destId="{4556DD96-7FD3-47A8-8AFA-A7289E2B231F}" srcOrd="2" destOrd="0" presId="urn:microsoft.com/office/officeart/2005/8/layout/hierarchy1"/>
    <dgm:cxn modelId="{D448B757-D87A-4483-87A9-212D266B2635}" type="presParOf" srcId="{960D607F-7D2B-4B3A-95D2-758CAFCAD0CB}" destId="{E69E1F2F-51B3-4E88-8FBD-46360FBD5E26}" srcOrd="3" destOrd="0" presId="urn:microsoft.com/office/officeart/2005/8/layout/hierarchy1"/>
    <dgm:cxn modelId="{9FB1BD7D-173C-4B42-9F71-C296D7D58629}" type="presParOf" srcId="{E69E1F2F-51B3-4E88-8FBD-46360FBD5E26}" destId="{5F4E9D20-4655-49A6-BD62-83F9695D3E4C}" srcOrd="0" destOrd="0" presId="urn:microsoft.com/office/officeart/2005/8/layout/hierarchy1"/>
    <dgm:cxn modelId="{029BC586-C251-42FA-B611-7F9B5C39865F}" type="presParOf" srcId="{5F4E9D20-4655-49A6-BD62-83F9695D3E4C}" destId="{1BAE67F5-81EE-4344-890F-A553BAB8C336}" srcOrd="0" destOrd="0" presId="urn:microsoft.com/office/officeart/2005/8/layout/hierarchy1"/>
    <dgm:cxn modelId="{3584356F-61D9-4658-AC3D-5149648EA165}" type="presParOf" srcId="{5F4E9D20-4655-49A6-BD62-83F9695D3E4C}" destId="{103215C1-485A-4795-8B0A-A7A9C2430308}" srcOrd="1" destOrd="0" presId="urn:microsoft.com/office/officeart/2005/8/layout/hierarchy1"/>
    <dgm:cxn modelId="{C215D7D5-EB66-46B7-AB93-612717088E57}" type="presParOf" srcId="{E69E1F2F-51B3-4E88-8FBD-46360FBD5E26}" destId="{061EBCAE-7E13-4AD7-8035-66587FFA2F98}" srcOrd="1" destOrd="0" presId="urn:microsoft.com/office/officeart/2005/8/layout/hierarchy1"/>
    <dgm:cxn modelId="{6AC41709-2373-4E65-B8C8-95C90E07D0D0}" type="presParOf" srcId="{99F73AF8-7F47-46D3-AC87-F985BC059DD4}" destId="{4DD33098-6600-452B-8DA8-5326D653E0BB}" srcOrd="6" destOrd="0" presId="urn:microsoft.com/office/officeart/2005/8/layout/hierarchy1"/>
    <dgm:cxn modelId="{440CC851-630C-4045-8B1A-FF297F7D6069}" type="presParOf" srcId="{99F73AF8-7F47-46D3-AC87-F985BC059DD4}" destId="{885B11C7-1437-4B8F-B604-2200F6C50305}" srcOrd="7" destOrd="0" presId="urn:microsoft.com/office/officeart/2005/8/layout/hierarchy1"/>
    <dgm:cxn modelId="{D5092130-AE51-4C6C-BF8C-0AE85D621E94}" type="presParOf" srcId="{885B11C7-1437-4B8F-B604-2200F6C50305}" destId="{D6BD87DF-E1E4-44F8-BA33-1A70ADA2B623}" srcOrd="0" destOrd="0" presId="urn:microsoft.com/office/officeart/2005/8/layout/hierarchy1"/>
    <dgm:cxn modelId="{E46F7C56-3297-4DF4-93BA-AB25D4CF15E0}" type="presParOf" srcId="{D6BD87DF-E1E4-44F8-BA33-1A70ADA2B623}" destId="{E5AC7260-72E5-4AE9-AEB0-80164DC8BB36}" srcOrd="0" destOrd="0" presId="urn:microsoft.com/office/officeart/2005/8/layout/hierarchy1"/>
    <dgm:cxn modelId="{E04489B8-771F-428F-8382-7F369BBCDEDE}" type="presParOf" srcId="{D6BD87DF-E1E4-44F8-BA33-1A70ADA2B623}" destId="{4508B044-6A9D-419C-BA71-8397813ACE65}" srcOrd="1" destOrd="0" presId="urn:microsoft.com/office/officeart/2005/8/layout/hierarchy1"/>
    <dgm:cxn modelId="{32E7995C-61B2-4356-A481-1EFE14F265FF}" type="presParOf" srcId="{885B11C7-1437-4B8F-B604-2200F6C50305}" destId="{DE8D999E-3D11-47A6-AB8C-E4D89C8B367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5DCA0EC-1001-4F30-A325-2C601E3C572A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7426F5-FF0E-4535-802D-99CF522A0CC1}">
      <dgm:prSet phldrT="[Text]"/>
      <dgm:spPr/>
      <dgm:t>
        <a:bodyPr/>
        <a:lstStyle/>
        <a:p>
          <a:r>
            <a:rPr lang="en-US" dirty="0" smtClean="0"/>
            <a:t>DATA PREPROCESSING</a:t>
          </a:r>
          <a:endParaRPr lang="en-US" dirty="0"/>
        </a:p>
      </dgm:t>
    </dgm:pt>
    <dgm:pt modelId="{47CBEAE2-E6E3-4B58-85CD-D3C6AD8E12C4}" type="parTrans" cxnId="{5C3C473B-0EDB-49CF-9C68-CEE3E309C651}">
      <dgm:prSet/>
      <dgm:spPr/>
      <dgm:t>
        <a:bodyPr/>
        <a:lstStyle/>
        <a:p>
          <a:endParaRPr lang="en-US"/>
        </a:p>
      </dgm:t>
    </dgm:pt>
    <dgm:pt modelId="{19A949C6-70EF-4C34-92F3-09106C8375B9}" type="sibTrans" cxnId="{5C3C473B-0EDB-49CF-9C68-CEE3E309C651}">
      <dgm:prSet/>
      <dgm:spPr/>
      <dgm:t>
        <a:bodyPr/>
        <a:lstStyle/>
        <a:p>
          <a:endParaRPr lang="en-US"/>
        </a:p>
      </dgm:t>
    </dgm:pt>
    <dgm:pt modelId="{BD2999E2-5265-47C5-8DF0-273F75C6F820}">
      <dgm:prSet phldrT="[Text]"/>
      <dgm:spPr/>
      <dgm:t>
        <a:bodyPr/>
        <a:lstStyle/>
        <a:p>
          <a:r>
            <a:rPr lang="en-US" dirty="0" smtClean="0"/>
            <a:t>HANDLING MISSING VALUE</a:t>
          </a:r>
          <a:endParaRPr lang="en-US" dirty="0"/>
        </a:p>
      </dgm:t>
    </dgm:pt>
    <dgm:pt modelId="{5F4F2620-DF59-4351-AA84-EFA7B1AEB192}" type="parTrans" cxnId="{3C5C6387-F7D3-4EB5-95C2-562847CFDDFF}">
      <dgm:prSet/>
      <dgm:spPr/>
      <dgm:t>
        <a:bodyPr/>
        <a:lstStyle/>
        <a:p>
          <a:endParaRPr lang="en-US"/>
        </a:p>
      </dgm:t>
    </dgm:pt>
    <dgm:pt modelId="{25BB84D4-1852-4341-88F4-3489D3E44F84}" type="sibTrans" cxnId="{3C5C6387-F7D3-4EB5-95C2-562847CFDDFF}">
      <dgm:prSet/>
      <dgm:spPr/>
      <dgm:t>
        <a:bodyPr/>
        <a:lstStyle/>
        <a:p>
          <a:endParaRPr lang="en-US"/>
        </a:p>
      </dgm:t>
    </dgm:pt>
    <dgm:pt modelId="{01C95EBF-1A70-4095-A114-CDA9C40F6E31}">
      <dgm:prSet phldrT="[Text]"/>
      <dgm:spPr/>
      <dgm:t>
        <a:bodyPr/>
        <a:lstStyle/>
        <a:p>
          <a:r>
            <a:rPr lang="en-US" dirty="0" smtClean="0"/>
            <a:t>OUTLIER TREATMENT</a:t>
          </a:r>
          <a:endParaRPr lang="en-US" dirty="0"/>
        </a:p>
      </dgm:t>
    </dgm:pt>
    <dgm:pt modelId="{6A76F256-ED78-4EA3-9598-AD6FA9C0DBF6}" type="parTrans" cxnId="{421F49A4-0737-4BFD-81E8-1DB0BAA09A30}">
      <dgm:prSet/>
      <dgm:spPr/>
      <dgm:t>
        <a:bodyPr/>
        <a:lstStyle/>
        <a:p>
          <a:endParaRPr lang="en-US"/>
        </a:p>
      </dgm:t>
    </dgm:pt>
    <dgm:pt modelId="{8C3523C9-BDDE-4D1F-8C2E-3A704BA8A7DC}" type="sibTrans" cxnId="{421F49A4-0737-4BFD-81E8-1DB0BAA09A30}">
      <dgm:prSet/>
      <dgm:spPr/>
      <dgm:t>
        <a:bodyPr/>
        <a:lstStyle/>
        <a:p>
          <a:endParaRPr lang="en-US"/>
        </a:p>
      </dgm:t>
    </dgm:pt>
    <dgm:pt modelId="{72A46E3B-DF59-4183-8F3C-720F989A9749}">
      <dgm:prSet/>
      <dgm:spPr/>
      <dgm:t>
        <a:bodyPr/>
        <a:lstStyle/>
        <a:p>
          <a:r>
            <a:rPr lang="en-US" dirty="0" smtClean="0"/>
            <a:t>ENCODING</a:t>
          </a:r>
          <a:endParaRPr lang="en-US" dirty="0"/>
        </a:p>
      </dgm:t>
    </dgm:pt>
    <dgm:pt modelId="{8C3A7009-8179-4964-B855-153A52C0A20A}" type="parTrans" cxnId="{296A5DF6-8526-4766-AF59-8BC172834940}">
      <dgm:prSet/>
      <dgm:spPr/>
      <dgm:t>
        <a:bodyPr/>
        <a:lstStyle/>
        <a:p>
          <a:endParaRPr lang="en-US"/>
        </a:p>
      </dgm:t>
    </dgm:pt>
    <dgm:pt modelId="{5EA0D591-2BC9-4658-A3B4-90AB4A396FF2}" type="sibTrans" cxnId="{296A5DF6-8526-4766-AF59-8BC172834940}">
      <dgm:prSet/>
      <dgm:spPr/>
      <dgm:t>
        <a:bodyPr/>
        <a:lstStyle/>
        <a:p>
          <a:endParaRPr lang="en-US"/>
        </a:p>
      </dgm:t>
    </dgm:pt>
    <dgm:pt modelId="{6C68AE35-297B-4FA1-A45E-816C5697D9C4}">
      <dgm:prSet/>
      <dgm:spPr/>
      <dgm:t>
        <a:bodyPr/>
        <a:lstStyle/>
        <a:p>
          <a:r>
            <a:rPr lang="en-US" dirty="0" smtClean="0"/>
            <a:t>FEATURE SCALING</a:t>
          </a:r>
          <a:endParaRPr lang="en-US" dirty="0"/>
        </a:p>
      </dgm:t>
    </dgm:pt>
    <dgm:pt modelId="{C3A17949-3232-42AB-91EE-1D463A0EB21E}" type="parTrans" cxnId="{BED42503-B7F5-4493-9806-CE948A5D5400}">
      <dgm:prSet/>
      <dgm:spPr/>
      <dgm:t>
        <a:bodyPr/>
        <a:lstStyle/>
        <a:p>
          <a:endParaRPr lang="en-US"/>
        </a:p>
      </dgm:t>
    </dgm:pt>
    <dgm:pt modelId="{F48DB3D1-7E70-4369-A99B-D31D4336155F}" type="sibTrans" cxnId="{BED42503-B7F5-4493-9806-CE948A5D5400}">
      <dgm:prSet/>
      <dgm:spPr/>
      <dgm:t>
        <a:bodyPr/>
        <a:lstStyle/>
        <a:p>
          <a:endParaRPr lang="en-US"/>
        </a:p>
      </dgm:t>
    </dgm:pt>
    <dgm:pt modelId="{D3C0D0BF-E1A3-4C0A-ADAC-B5AAF5077A3F}">
      <dgm:prSet/>
      <dgm:spPr/>
      <dgm:t>
        <a:bodyPr/>
        <a:lstStyle/>
        <a:p>
          <a:r>
            <a:rPr lang="en-US" dirty="0" smtClean="0"/>
            <a:t>IMBALANCE TREATMENT</a:t>
          </a:r>
          <a:endParaRPr lang="en-US" dirty="0"/>
        </a:p>
      </dgm:t>
    </dgm:pt>
    <dgm:pt modelId="{73EBAEFE-7B31-4AFE-A3CE-588A312D9A85}" type="parTrans" cxnId="{87F1CC6B-1E50-41FC-9B20-21B454E65C0A}">
      <dgm:prSet/>
      <dgm:spPr/>
      <dgm:t>
        <a:bodyPr/>
        <a:lstStyle/>
        <a:p>
          <a:endParaRPr lang="en-US"/>
        </a:p>
      </dgm:t>
    </dgm:pt>
    <dgm:pt modelId="{08CB4437-426B-49B4-BEC3-FBBC660F01D8}" type="sibTrans" cxnId="{87F1CC6B-1E50-41FC-9B20-21B454E65C0A}">
      <dgm:prSet/>
      <dgm:spPr/>
      <dgm:t>
        <a:bodyPr/>
        <a:lstStyle/>
        <a:p>
          <a:endParaRPr lang="en-US"/>
        </a:p>
      </dgm:t>
    </dgm:pt>
    <dgm:pt modelId="{5777C9B0-E7C2-4C0C-8389-1559CF8B9C78}">
      <dgm:prSet/>
      <dgm:spPr/>
      <dgm:t>
        <a:bodyPr/>
        <a:lstStyle/>
        <a:p>
          <a:r>
            <a:rPr lang="en-US" dirty="0" smtClean="0"/>
            <a:t>ONLY FOR CLASSIFICATION</a:t>
          </a:r>
          <a:endParaRPr lang="en-US" dirty="0"/>
        </a:p>
      </dgm:t>
    </dgm:pt>
    <dgm:pt modelId="{0ED3349C-FFB4-4341-AF41-12A98D323C1A}" type="parTrans" cxnId="{D57DFDB2-EB4F-4B3F-99A0-48B399CCF43B}">
      <dgm:prSet/>
      <dgm:spPr/>
      <dgm:t>
        <a:bodyPr/>
        <a:lstStyle/>
        <a:p>
          <a:endParaRPr lang="en-US"/>
        </a:p>
      </dgm:t>
    </dgm:pt>
    <dgm:pt modelId="{995EB6F0-3BA0-4D67-930F-EA3A92FA91E8}" type="sibTrans" cxnId="{D57DFDB2-EB4F-4B3F-99A0-48B399CCF43B}">
      <dgm:prSet/>
      <dgm:spPr/>
      <dgm:t>
        <a:bodyPr/>
        <a:lstStyle/>
        <a:p>
          <a:endParaRPr lang="en-US"/>
        </a:p>
      </dgm:t>
    </dgm:pt>
    <dgm:pt modelId="{C8CFC623-8CC7-4D73-988A-4110D4239F3E}">
      <dgm:prSet/>
      <dgm:spPr/>
      <dgm:t>
        <a:bodyPr/>
        <a:lstStyle/>
        <a:p>
          <a:r>
            <a:rPr lang="en-US" dirty="0" smtClean="0"/>
            <a:t>LABEL ENCODER</a:t>
          </a:r>
          <a:endParaRPr lang="en-US" dirty="0"/>
        </a:p>
      </dgm:t>
    </dgm:pt>
    <dgm:pt modelId="{94B05855-A4FA-40D8-9A5D-33BCEF6B998C}" type="parTrans" cxnId="{A487E21F-EDDF-42DB-BDAE-A1AC69C57125}">
      <dgm:prSet/>
      <dgm:spPr/>
      <dgm:t>
        <a:bodyPr/>
        <a:lstStyle/>
        <a:p>
          <a:endParaRPr lang="en-US"/>
        </a:p>
      </dgm:t>
    </dgm:pt>
    <dgm:pt modelId="{E6487062-1E2C-49D0-A8DF-CD6FA3D695F3}" type="sibTrans" cxnId="{A487E21F-EDDF-42DB-BDAE-A1AC69C57125}">
      <dgm:prSet/>
      <dgm:spPr/>
      <dgm:t>
        <a:bodyPr/>
        <a:lstStyle/>
        <a:p>
          <a:endParaRPr lang="en-US"/>
        </a:p>
      </dgm:t>
    </dgm:pt>
    <dgm:pt modelId="{A14E2A3E-7961-470B-BB86-CDBB6437DBAC}">
      <dgm:prSet/>
      <dgm:spPr/>
      <dgm:t>
        <a:bodyPr/>
        <a:lstStyle/>
        <a:p>
          <a:r>
            <a:rPr lang="en-US" dirty="0" smtClean="0"/>
            <a:t>ONE HOT ENCODER</a:t>
          </a:r>
          <a:endParaRPr lang="en-US" dirty="0"/>
        </a:p>
      </dgm:t>
    </dgm:pt>
    <dgm:pt modelId="{4C40B526-FC9E-4280-8A0E-AE84713B2F8A}" type="parTrans" cxnId="{5732DEE2-9A1C-40E8-9C4F-4DC5A582249E}">
      <dgm:prSet/>
      <dgm:spPr/>
      <dgm:t>
        <a:bodyPr/>
        <a:lstStyle/>
        <a:p>
          <a:endParaRPr lang="en-US"/>
        </a:p>
      </dgm:t>
    </dgm:pt>
    <dgm:pt modelId="{E752400B-73B7-4C0E-A173-5E31937EC0C8}" type="sibTrans" cxnId="{5732DEE2-9A1C-40E8-9C4F-4DC5A582249E}">
      <dgm:prSet/>
      <dgm:spPr/>
      <dgm:t>
        <a:bodyPr/>
        <a:lstStyle/>
        <a:p>
          <a:endParaRPr lang="en-US"/>
        </a:p>
      </dgm:t>
    </dgm:pt>
    <dgm:pt modelId="{97DB9A13-DAF6-447E-9A21-F4B099AE3D2D}" type="pres">
      <dgm:prSet presAssocID="{75DCA0EC-1001-4F30-A325-2C601E3C572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F787CDF1-6A5D-4B8E-84AB-BFED6B6461A2}" type="pres">
      <dgm:prSet presAssocID="{167426F5-FF0E-4535-802D-99CF522A0CC1}" presName="hierRoot1" presStyleCnt="0">
        <dgm:presLayoutVars>
          <dgm:hierBranch val="init"/>
        </dgm:presLayoutVars>
      </dgm:prSet>
      <dgm:spPr/>
    </dgm:pt>
    <dgm:pt modelId="{B64E2A05-DD94-4113-BC0D-DD3AABF7CFA5}" type="pres">
      <dgm:prSet presAssocID="{167426F5-FF0E-4535-802D-99CF522A0CC1}" presName="rootComposite1" presStyleCnt="0"/>
      <dgm:spPr/>
    </dgm:pt>
    <dgm:pt modelId="{394EA2EA-16D7-4A7A-9D91-62248B440591}" type="pres">
      <dgm:prSet presAssocID="{167426F5-FF0E-4535-802D-99CF522A0CC1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F4C5AF3-3A50-4994-A197-F74D58B9AFC8}" type="pres">
      <dgm:prSet presAssocID="{167426F5-FF0E-4535-802D-99CF522A0CC1}" presName="rootConnector1" presStyleLbl="node1" presStyleIdx="0" presStyleCnt="0"/>
      <dgm:spPr/>
      <dgm:t>
        <a:bodyPr/>
        <a:lstStyle/>
        <a:p>
          <a:endParaRPr lang="en-US"/>
        </a:p>
      </dgm:t>
    </dgm:pt>
    <dgm:pt modelId="{069450BD-314E-45FF-9E54-7D111389FE4F}" type="pres">
      <dgm:prSet presAssocID="{167426F5-FF0E-4535-802D-99CF522A0CC1}" presName="hierChild2" presStyleCnt="0"/>
      <dgm:spPr/>
    </dgm:pt>
    <dgm:pt modelId="{67846FCA-A92F-4C5D-B1BF-488FD512BD45}" type="pres">
      <dgm:prSet presAssocID="{5F4F2620-DF59-4351-AA84-EFA7B1AEB192}" presName="Name64" presStyleLbl="parChTrans1D2" presStyleIdx="0" presStyleCnt="5"/>
      <dgm:spPr/>
      <dgm:t>
        <a:bodyPr/>
        <a:lstStyle/>
        <a:p>
          <a:endParaRPr lang="en-US"/>
        </a:p>
      </dgm:t>
    </dgm:pt>
    <dgm:pt modelId="{3C6FEBFB-53E5-4185-AC2E-CE7F57D5FFE8}" type="pres">
      <dgm:prSet presAssocID="{BD2999E2-5265-47C5-8DF0-273F75C6F820}" presName="hierRoot2" presStyleCnt="0">
        <dgm:presLayoutVars>
          <dgm:hierBranch val="init"/>
        </dgm:presLayoutVars>
      </dgm:prSet>
      <dgm:spPr/>
    </dgm:pt>
    <dgm:pt modelId="{7C1F6C2E-CED3-479F-9D65-BAA54DCF7080}" type="pres">
      <dgm:prSet presAssocID="{BD2999E2-5265-47C5-8DF0-273F75C6F820}" presName="rootComposite" presStyleCnt="0"/>
      <dgm:spPr/>
    </dgm:pt>
    <dgm:pt modelId="{69ABB533-03E5-4B2D-AFAB-C07F4D30605D}" type="pres">
      <dgm:prSet presAssocID="{BD2999E2-5265-47C5-8DF0-273F75C6F820}" presName="rootText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040285D-5F11-40A8-83AD-85F612D0807F}" type="pres">
      <dgm:prSet presAssocID="{BD2999E2-5265-47C5-8DF0-273F75C6F820}" presName="rootConnector" presStyleLbl="node2" presStyleIdx="0" presStyleCnt="5"/>
      <dgm:spPr/>
      <dgm:t>
        <a:bodyPr/>
        <a:lstStyle/>
        <a:p>
          <a:endParaRPr lang="en-US"/>
        </a:p>
      </dgm:t>
    </dgm:pt>
    <dgm:pt modelId="{C450025A-1EE9-4690-A7A8-01F32074875A}" type="pres">
      <dgm:prSet presAssocID="{BD2999E2-5265-47C5-8DF0-273F75C6F820}" presName="hierChild4" presStyleCnt="0"/>
      <dgm:spPr/>
    </dgm:pt>
    <dgm:pt modelId="{3695B77E-0329-43BB-9FBB-DA5EA8225713}" type="pres">
      <dgm:prSet presAssocID="{BD2999E2-5265-47C5-8DF0-273F75C6F820}" presName="hierChild5" presStyleCnt="0"/>
      <dgm:spPr/>
    </dgm:pt>
    <dgm:pt modelId="{7F692FFC-BFE2-4686-997E-AD2C16C2B147}" type="pres">
      <dgm:prSet presAssocID="{6A76F256-ED78-4EA3-9598-AD6FA9C0DBF6}" presName="Name64" presStyleLbl="parChTrans1D2" presStyleIdx="1" presStyleCnt="5"/>
      <dgm:spPr/>
      <dgm:t>
        <a:bodyPr/>
        <a:lstStyle/>
        <a:p>
          <a:endParaRPr lang="en-US"/>
        </a:p>
      </dgm:t>
    </dgm:pt>
    <dgm:pt modelId="{864F25B3-BC72-45F3-9532-D2A0E13D4A78}" type="pres">
      <dgm:prSet presAssocID="{01C95EBF-1A70-4095-A114-CDA9C40F6E31}" presName="hierRoot2" presStyleCnt="0">
        <dgm:presLayoutVars>
          <dgm:hierBranch val="init"/>
        </dgm:presLayoutVars>
      </dgm:prSet>
      <dgm:spPr/>
    </dgm:pt>
    <dgm:pt modelId="{8592785C-C753-44D5-A200-10A7D439E7C7}" type="pres">
      <dgm:prSet presAssocID="{01C95EBF-1A70-4095-A114-CDA9C40F6E31}" presName="rootComposite" presStyleCnt="0"/>
      <dgm:spPr/>
    </dgm:pt>
    <dgm:pt modelId="{803652D6-A5B4-4402-9490-CEC16AE36DD7}" type="pres">
      <dgm:prSet presAssocID="{01C95EBF-1A70-4095-A114-CDA9C40F6E31}" presName="rootText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6479992-4DEB-4144-A197-E2BFE1BDEE20}" type="pres">
      <dgm:prSet presAssocID="{01C95EBF-1A70-4095-A114-CDA9C40F6E31}" presName="rootConnector" presStyleLbl="node2" presStyleIdx="1" presStyleCnt="5"/>
      <dgm:spPr/>
      <dgm:t>
        <a:bodyPr/>
        <a:lstStyle/>
        <a:p>
          <a:endParaRPr lang="en-US"/>
        </a:p>
      </dgm:t>
    </dgm:pt>
    <dgm:pt modelId="{A9D08861-12E2-468B-891E-9C12312EE049}" type="pres">
      <dgm:prSet presAssocID="{01C95EBF-1A70-4095-A114-CDA9C40F6E31}" presName="hierChild4" presStyleCnt="0"/>
      <dgm:spPr/>
    </dgm:pt>
    <dgm:pt modelId="{B80ACD9F-42D6-4324-A449-9F2F898AAFF4}" type="pres">
      <dgm:prSet presAssocID="{01C95EBF-1A70-4095-A114-CDA9C40F6E31}" presName="hierChild5" presStyleCnt="0"/>
      <dgm:spPr/>
    </dgm:pt>
    <dgm:pt modelId="{79CA1C09-5DCB-4428-979B-D308EA3AAD19}" type="pres">
      <dgm:prSet presAssocID="{8C3A7009-8179-4964-B855-153A52C0A20A}" presName="Name64" presStyleLbl="parChTrans1D2" presStyleIdx="2" presStyleCnt="5"/>
      <dgm:spPr/>
      <dgm:t>
        <a:bodyPr/>
        <a:lstStyle/>
        <a:p>
          <a:endParaRPr lang="en-US"/>
        </a:p>
      </dgm:t>
    </dgm:pt>
    <dgm:pt modelId="{8DD620F0-5FDA-4840-934C-7331B2C60251}" type="pres">
      <dgm:prSet presAssocID="{72A46E3B-DF59-4183-8F3C-720F989A9749}" presName="hierRoot2" presStyleCnt="0">
        <dgm:presLayoutVars>
          <dgm:hierBranch val="init"/>
        </dgm:presLayoutVars>
      </dgm:prSet>
      <dgm:spPr/>
    </dgm:pt>
    <dgm:pt modelId="{E2DE1CC6-E1C3-45FC-ACB0-3142442A8BE3}" type="pres">
      <dgm:prSet presAssocID="{72A46E3B-DF59-4183-8F3C-720F989A9749}" presName="rootComposite" presStyleCnt="0"/>
      <dgm:spPr/>
    </dgm:pt>
    <dgm:pt modelId="{8666DE8B-A9E5-402B-9325-9AD54F00F00A}" type="pres">
      <dgm:prSet presAssocID="{72A46E3B-DF59-4183-8F3C-720F989A9749}" presName="rootText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ECE7502-49B4-46B4-BF87-594134CFDD78}" type="pres">
      <dgm:prSet presAssocID="{72A46E3B-DF59-4183-8F3C-720F989A9749}" presName="rootConnector" presStyleLbl="node2" presStyleIdx="2" presStyleCnt="5"/>
      <dgm:spPr/>
      <dgm:t>
        <a:bodyPr/>
        <a:lstStyle/>
        <a:p>
          <a:endParaRPr lang="en-US"/>
        </a:p>
      </dgm:t>
    </dgm:pt>
    <dgm:pt modelId="{3AF9E385-B6D4-4A62-BDBD-A8718C34A617}" type="pres">
      <dgm:prSet presAssocID="{72A46E3B-DF59-4183-8F3C-720F989A9749}" presName="hierChild4" presStyleCnt="0"/>
      <dgm:spPr/>
    </dgm:pt>
    <dgm:pt modelId="{0FB56C9B-C909-4B72-9716-DE935C96D67C}" type="pres">
      <dgm:prSet presAssocID="{94B05855-A4FA-40D8-9A5D-33BCEF6B998C}" presName="Name64" presStyleLbl="parChTrans1D3" presStyleIdx="0" presStyleCnt="3"/>
      <dgm:spPr/>
      <dgm:t>
        <a:bodyPr/>
        <a:lstStyle/>
        <a:p>
          <a:endParaRPr lang="en-US"/>
        </a:p>
      </dgm:t>
    </dgm:pt>
    <dgm:pt modelId="{E068DEA8-06B2-4AF2-BD96-BEAFFE3EC4FB}" type="pres">
      <dgm:prSet presAssocID="{C8CFC623-8CC7-4D73-988A-4110D4239F3E}" presName="hierRoot2" presStyleCnt="0">
        <dgm:presLayoutVars>
          <dgm:hierBranch val="init"/>
        </dgm:presLayoutVars>
      </dgm:prSet>
      <dgm:spPr/>
    </dgm:pt>
    <dgm:pt modelId="{6A966062-98BE-45EB-A1DD-FE925A04CC23}" type="pres">
      <dgm:prSet presAssocID="{C8CFC623-8CC7-4D73-988A-4110D4239F3E}" presName="rootComposite" presStyleCnt="0"/>
      <dgm:spPr/>
    </dgm:pt>
    <dgm:pt modelId="{9D72CEED-CCDA-4390-84F1-A0C6C13667A5}" type="pres">
      <dgm:prSet presAssocID="{C8CFC623-8CC7-4D73-988A-4110D4239F3E}" presName="rootText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B0AA043-4C72-47F1-A2F5-0344A723F01A}" type="pres">
      <dgm:prSet presAssocID="{C8CFC623-8CC7-4D73-988A-4110D4239F3E}" presName="rootConnector" presStyleLbl="node3" presStyleIdx="0" presStyleCnt="3"/>
      <dgm:spPr/>
      <dgm:t>
        <a:bodyPr/>
        <a:lstStyle/>
        <a:p>
          <a:endParaRPr lang="en-US"/>
        </a:p>
      </dgm:t>
    </dgm:pt>
    <dgm:pt modelId="{3AEBCB48-5FFD-4CF4-9159-4FA95999EF4B}" type="pres">
      <dgm:prSet presAssocID="{C8CFC623-8CC7-4D73-988A-4110D4239F3E}" presName="hierChild4" presStyleCnt="0"/>
      <dgm:spPr/>
    </dgm:pt>
    <dgm:pt modelId="{E9C8E793-1599-49B3-B892-730145E69A29}" type="pres">
      <dgm:prSet presAssocID="{C8CFC623-8CC7-4D73-988A-4110D4239F3E}" presName="hierChild5" presStyleCnt="0"/>
      <dgm:spPr/>
    </dgm:pt>
    <dgm:pt modelId="{C55EF4AA-9933-4F10-9057-20BB7F2FA12B}" type="pres">
      <dgm:prSet presAssocID="{4C40B526-FC9E-4280-8A0E-AE84713B2F8A}" presName="Name64" presStyleLbl="parChTrans1D3" presStyleIdx="1" presStyleCnt="3"/>
      <dgm:spPr/>
      <dgm:t>
        <a:bodyPr/>
        <a:lstStyle/>
        <a:p>
          <a:endParaRPr lang="en-US"/>
        </a:p>
      </dgm:t>
    </dgm:pt>
    <dgm:pt modelId="{D8455523-B1F1-4D0E-BBB5-67AB8B143CA3}" type="pres">
      <dgm:prSet presAssocID="{A14E2A3E-7961-470B-BB86-CDBB6437DBAC}" presName="hierRoot2" presStyleCnt="0">
        <dgm:presLayoutVars>
          <dgm:hierBranch val="init"/>
        </dgm:presLayoutVars>
      </dgm:prSet>
      <dgm:spPr/>
    </dgm:pt>
    <dgm:pt modelId="{DE78BDDB-316E-457C-92CD-ED42F25F92F3}" type="pres">
      <dgm:prSet presAssocID="{A14E2A3E-7961-470B-BB86-CDBB6437DBAC}" presName="rootComposite" presStyleCnt="0"/>
      <dgm:spPr/>
    </dgm:pt>
    <dgm:pt modelId="{ACF761E7-8EFD-4B49-89F0-8B319E5B6D83}" type="pres">
      <dgm:prSet presAssocID="{A14E2A3E-7961-470B-BB86-CDBB6437DBAC}" presName="rootText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8AF689C-1DC9-4941-B2CD-08145077E82D}" type="pres">
      <dgm:prSet presAssocID="{A14E2A3E-7961-470B-BB86-CDBB6437DBAC}" presName="rootConnector" presStyleLbl="node3" presStyleIdx="1" presStyleCnt="3"/>
      <dgm:spPr/>
      <dgm:t>
        <a:bodyPr/>
        <a:lstStyle/>
        <a:p>
          <a:endParaRPr lang="en-US"/>
        </a:p>
      </dgm:t>
    </dgm:pt>
    <dgm:pt modelId="{1531C473-EE22-4242-9D81-A0EA5F9546D6}" type="pres">
      <dgm:prSet presAssocID="{A14E2A3E-7961-470B-BB86-CDBB6437DBAC}" presName="hierChild4" presStyleCnt="0"/>
      <dgm:spPr/>
    </dgm:pt>
    <dgm:pt modelId="{70F96936-5DB4-416D-A78F-AB0EC51AD743}" type="pres">
      <dgm:prSet presAssocID="{A14E2A3E-7961-470B-BB86-CDBB6437DBAC}" presName="hierChild5" presStyleCnt="0"/>
      <dgm:spPr/>
    </dgm:pt>
    <dgm:pt modelId="{A7B2CDCA-671F-446B-8E1B-9DC0E8B7EF02}" type="pres">
      <dgm:prSet presAssocID="{72A46E3B-DF59-4183-8F3C-720F989A9749}" presName="hierChild5" presStyleCnt="0"/>
      <dgm:spPr/>
    </dgm:pt>
    <dgm:pt modelId="{7652AFCF-9F90-46FC-A994-723C2DED4B2E}" type="pres">
      <dgm:prSet presAssocID="{C3A17949-3232-42AB-91EE-1D463A0EB21E}" presName="Name64" presStyleLbl="parChTrans1D2" presStyleIdx="3" presStyleCnt="5"/>
      <dgm:spPr/>
      <dgm:t>
        <a:bodyPr/>
        <a:lstStyle/>
        <a:p>
          <a:endParaRPr lang="en-US"/>
        </a:p>
      </dgm:t>
    </dgm:pt>
    <dgm:pt modelId="{A6AE913E-FA1A-4CC4-BAAE-9FD3096D84C9}" type="pres">
      <dgm:prSet presAssocID="{6C68AE35-297B-4FA1-A45E-816C5697D9C4}" presName="hierRoot2" presStyleCnt="0">
        <dgm:presLayoutVars>
          <dgm:hierBranch val="init"/>
        </dgm:presLayoutVars>
      </dgm:prSet>
      <dgm:spPr/>
    </dgm:pt>
    <dgm:pt modelId="{47C78F44-A6A7-4D96-96BD-308534F34792}" type="pres">
      <dgm:prSet presAssocID="{6C68AE35-297B-4FA1-A45E-816C5697D9C4}" presName="rootComposite" presStyleCnt="0"/>
      <dgm:spPr/>
    </dgm:pt>
    <dgm:pt modelId="{7313B0F6-D6DC-46A6-AC7E-302D7373A7A4}" type="pres">
      <dgm:prSet presAssocID="{6C68AE35-297B-4FA1-A45E-816C5697D9C4}" presName="rootText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347C0A2-8A05-46A5-BA7F-895CBAC93BC5}" type="pres">
      <dgm:prSet presAssocID="{6C68AE35-297B-4FA1-A45E-816C5697D9C4}" presName="rootConnector" presStyleLbl="node2" presStyleIdx="3" presStyleCnt="5"/>
      <dgm:spPr/>
      <dgm:t>
        <a:bodyPr/>
        <a:lstStyle/>
        <a:p>
          <a:endParaRPr lang="en-US"/>
        </a:p>
      </dgm:t>
    </dgm:pt>
    <dgm:pt modelId="{A7FD2389-779B-48DC-957F-655E415B8B55}" type="pres">
      <dgm:prSet presAssocID="{6C68AE35-297B-4FA1-A45E-816C5697D9C4}" presName="hierChild4" presStyleCnt="0"/>
      <dgm:spPr/>
    </dgm:pt>
    <dgm:pt modelId="{8BFB7501-0739-4304-8186-42A35CE9D424}" type="pres">
      <dgm:prSet presAssocID="{6C68AE35-297B-4FA1-A45E-816C5697D9C4}" presName="hierChild5" presStyleCnt="0"/>
      <dgm:spPr/>
    </dgm:pt>
    <dgm:pt modelId="{E7FB3EEA-9690-4358-B295-F33DE419EF23}" type="pres">
      <dgm:prSet presAssocID="{73EBAEFE-7B31-4AFE-A3CE-588A312D9A85}" presName="Name64" presStyleLbl="parChTrans1D2" presStyleIdx="4" presStyleCnt="5"/>
      <dgm:spPr/>
      <dgm:t>
        <a:bodyPr/>
        <a:lstStyle/>
        <a:p>
          <a:endParaRPr lang="en-US"/>
        </a:p>
      </dgm:t>
    </dgm:pt>
    <dgm:pt modelId="{CA4C3706-F8A0-4A84-9B7A-7357154E799D}" type="pres">
      <dgm:prSet presAssocID="{D3C0D0BF-E1A3-4C0A-ADAC-B5AAF5077A3F}" presName="hierRoot2" presStyleCnt="0">
        <dgm:presLayoutVars>
          <dgm:hierBranch val="init"/>
        </dgm:presLayoutVars>
      </dgm:prSet>
      <dgm:spPr/>
    </dgm:pt>
    <dgm:pt modelId="{235F9DD3-A206-4EFA-AF0C-02A8E8CB3386}" type="pres">
      <dgm:prSet presAssocID="{D3C0D0BF-E1A3-4C0A-ADAC-B5AAF5077A3F}" presName="rootComposite" presStyleCnt="0"/>
      <dgm:spPr/>
    </dgm:pt>
    <dgm:pt modelId="{795EBDA6-2AD8-4E82-B4A4-2D740A9101B3}" type="pres">
      <dgm:prSet presAssocID="{D3C0D0BF-E1A3-4C0A-ADAC-B5AAF5077A3F}" presName="rootText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4779D03-AB79-4B98-AA5F-691FE3A35EF4}" type="pres">
      <dgm:prSet presAssocID="{D3C0D0BF-E1A3-4C0A-ADAC-B5AAF5077A3F}" presName="rootConnector" presStyleLbl="node2" presStyleIdx="4" presStyleCnt="5"/>
      <dgm:spPr/>
      <dgm:t>
        <a:bodyPr/>
        <a:lstStyle/>
        <a:p>
          <a:endParaRPr lang="en-US"/>
        </a:p>
      </dgm:t>
    </dgm:pt>
    <dgm:pt modelId="{54B7595E-1F49-43E1-B694-D0395FAA162B}" type="pres">
      <dgm:prSet presAssocID="{D3C0D0BF-E1A3-4C0A-ADAC-B5AAF5077A3F}" presName="hierChild4" presStyleCnt="0"/>
      <dgm:spPr/>
    </dgm:pt>
    <dgm:pt modelId="{BB886760-27C3-4E2B-BC80-D5FF657C6CCE}" type="pres">
      <dgm:prSet presAssocID="{0ED3349C-FFB4-4341-AF41-12A98D323C1A}" presName="Name64" presStyleLbl="parChTrans1D3" presStyleIdx="2" presStyleCnt="3"/>
      <dgm:spPr/>
      <dgm:t>
        <a:bodyPr/>
        <a:lstStyle/>
        <a:p>
          <a:endParaRPr lang="en-US"/>
        </a:p>
      </dgm:t>
    </dgm:pt>
    <dgm:pt modelId="{FC4AA1E1-72D9-4DAB-B7DA-600080478515}" type="pres">
      <dgm:prSet presAssocID="{5777C9B0-E7C2-4C0C-8389-1559CF8B9C78}" presName="hierRoot2" presStyleCnt="0">
        <dgm:presLayoutVars>
          <dgm:hierBranch val="init"/>
        </dgm:presLayoutVars>
      </dgm:prSet>
      <dgm:spPr/>
    </dgm:pt>
    <dgm:pt modelId="{EBD58ED9-93A5-4B1E-BE8B-6AFF524423AD}" type="pres">
      <dgm:prSet presAssocID="{5777C9B0-E7C2-4C0C-8389-1559CF8B9C78}" presName="rootComposite" presStyleCnt="0"/>
      <dgm:spPr/>
    </dgm:pt>
    <dgm:pt modelId="{B8DF2B5E-F51B-40AC-BBD6-B839851AFADB}" type="pres">
      <dgm:prSet presAssocID="{5777C9B0-E7C2-4C0C-8389-1559CF8B9C78}" presName="rootText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B44F223-10A0-45BB-B332-E8611A0F998D}" type="pres">
      <dgm:prSet presAssocID="{5777C9B0-E7C2-4C0C-8389-1559CF8B9C78}" presName="rootConnector" presStyleLbl="node3" presStyleIdx="2" presStyleCnt="3"/>
      <dgm:spPr/>
      <dgm:t>
        <a:bodyPr/>
        <a:lstStyle/>
        <a:p>
          <a:endParaRPr lang="en-US"/>
        </a:p>
      </dgm:t>
    </dgm:pt>
    <dgm:pt modelId="{37F903C1-0CE7-490A-8E7B-3B5B9DFECF80}" type="pres">
      <dgm:prSet presAssocID="{5777C9B0-E7C2-4C0C-8389-1559CF8B9C78}" presName="hierChild4" presStyleCnt="0"/>
      <dgm:spPr/>
    </dgm:pt>
    <dgm:pt modelId="{1263243E-A28E-4AC8-9C32-493B53137B35}" type="pres">
      <dgm:prSet presAssocID="{5777C9B0-E7C2-4C0C-8389-1559CF8B9C78}" presName="hierChild5" presStyleCnt="0"/>
      <dgm:spPr/>
    </dgm:pt>
    <dgm:pt modelId="{79751DCE-6F96-4133-9BEF-AD7FF74624DF}" type="pres">
      <dgm:prSet presAssocID="{D3C0D0BF-E1A3-4C0A-ADAC-B5AAF5077A3F}" presName="hierChild5" presStyleCnt="0"/>
      <dgm:spPr/>
    </dgm:pt>
    <dgm:pt modelId="{CDC964C4-9CFC-4EB3-AD37-E66E07AAB470}" type="pres">
      <dgm:prSet presAssocID="{167426F5-FF0E-4535-802D-99CF522A0CC1}" presName="hierChild3" presStyleCnt="0"/>
      <dgm:spPr/>
    </dgm:pt>
  </dgm:ptLst>
  <dgm:cxnLst>
    <dgm:cxn modelId="{421F49A4-0737-4BFD-81E8-1DB0BAA09A30}" srcId="{167426F5-FF0E-4535-802D-99CF522A0CC1}" destId="{01C95EBF-1A70-4095-A114-CDA9C40F6E31}" srcOrd="1" destOrd="0" parTransId="{6A76F256-ED78-4EA3-9598-AD6FA9C0DBF6}" sibTransId="{8C3523C9-BDDE-4D1F-8C2E-3A704BA8A7DC}"/>
    <dgm:cxn modelId="{7521D57A-B8E8-44F0-93CA-89AE0EE1659F}" type="presOf" srcId="{167426F5-FF0E-4535-802D-99CF522A0CC1}" destId="{1F4C5AF3-3A50-4994-A197-F74D58B9AFC8}" srcOrd="1" destOrd="0" presId="urn:microsoft.com/office/officeart/2009/3/layout/HorizontalOrganizationChart"/>
    <dgm:cxn modelId="{D11CE3B8-D990-4661-8A15-D2371AA0481D}" type="presOf" srcId="{72A46E3B-DF59-4183-8F3C-720F989A9749}" destId="{8666DE8B-A9E5-402B-9325-9AD54F00F00A}" srcOrd="0" destOrd="0" presId="urn:microsoft.com/office/officeart/2009/3/layout/HorizontalOrganizationChart"/>
    <dgm:cxn modelId="{6BAAE288-77E0-450A-B839-FB327D1D74F0}" type="presOf" srcId="{BD2999E2-5265-47C5-8DF0-273F75C6F820}" destId="{69ABB533-03E5-4B2D-AFAB-C07F4D30605D}" srcOrd="0" destOrd="0" presId="urn:microsoft.com/office/officeart/2009/3/layout/HorizontalOrganizationChart"/>
    <dgm:cxn modelId="{5DE5E001-3D2D-4F4D-A496-81F424D4445F}" type="presOf" srcId="{73EBAEFE-7B31-4AFE-A3CE-588A312D9A85}" destId="{E7FB3EEA-9690-4358-B295-F33DE419EF23}" srcOrd="0" destOrd="0" presId="urn:microsoft.com/office/officeart/2009/3/layout/HorizontalOrganizationChart"/>
    <dgm:cxn modelId="{92C6CD8E-E7A5-4C32-861E-FF17DE575A85}" type="presOf" srcId="{A14E2A3E-7961-470B-BB86-CDBB6437DBAC}" destId="{48AF689C-1DC9-4941-B2CD-08145077E82D}" srcOrd="1" destOrd="0" presId="urn:microsoft.com/office/officeart/2009/3/layout/HorizontalOrganizationChart"/>
    <dgm:cxn modelId="{08267190-0E10-46A4-A4D2-75345F7F0E01}" type="presOf" srcId="{5777C9B0-E7C2-4C0C-8389-1559CF8B9C78}" destId="{FB44F223-10A0-45BB-B332-E8611A0F998D}" srcOrd="1" destOrd="0" presId="urn:microsoft.com/office/officeart/2009/3/layout/HorizontalOrganizationChart"/>
    <dgm:cxn modelId="{3BF03C20-F69F-42DD-9A14-777E90BDBD3B}" type="presOf" srcId="{D3C0D0BF-E1A3-4C0A-ADAC-B5AAF5077A3F}" destId="{D4779D03-AB79-4B98-AA5F-691FE3A35EF4}" srcOrd="1" destOrd="0" presId="urn:microsoft.com/office/officeart/2009/3/layout/HorizontalOrganizationChart"/>
    <dgm:cxn modelId="{DA69A3C4-562F-4182-9A99-4D546E89BBE0}" type="presOf" srcId="{C8CFC623-8CC7-4D73-988A-4110D4239F3E}" destId="{8B0AA043-4C72-47F1-A2F5-0344A723F01A}" srcOrd="1" destOrd="0" presId="urn:microsoft.com/office/officeart/2009/3/layout/HorizontalOrganizationChart"/>
    <dgm:cxn modelId="{A487E21F-EDDF-42DB-BDAE-A1AC69C57125}" srcId="{72A46E3B-DF59-4183-8F3C-720F989A9749}" destId="{C8CFC623-8CC7-4D73-988A-4110D4239F3E}" srcOrd="0" destOrd="0" parTransId="{94B05855-A4FA-40D8-9A5D-33BCEF6B998C}" sibTransId="{E6487062-1E2C-49D0-A8DF-CD6FA3D695F3}"/>
    <dgm:cxn modelId="{378EB20C-F400-4D2E-A3C7-46CC918DA515}" type="presOf" srcId="{A14E2A3E-7961-470B-BB86-CDBB6437DBAC}" destId="{ACF761E7-8EFD-4B49-89F0-8B319E5B6D83}" srcOrd="0" destOrd="0" presId="urn:microsoft.com/office/officeart/2009/3/layout/HorizontalOrganizationChart"/>
    <dgm:cxn modelId="{ACDB8E3F-974F-47CC-A50B-B8ED6D335390}" type="presOf" srcId="{01C95EBF-1A70-4095-A114-CDA9C40F6E31}" destId="{803652D6-A5B4-4402-9490-CEC16AE36DD7}" srcOrd="0" destOrd="0" presId="urn:microsoft.com/office/officeart/2009/3/layout/HorizontalOrganizationChart"/>
    <dgm:cxn modelId="{BE008EC3-1BCF-4F1D-B888-9110AFD87640}" type="presOf" srcId="{94B05855-A4FA-40D8-9A5D-33BCEF6B998C}" destId="{0FB56C9B-C909-4B72-9716-DE935C96D67C}" srcOrd="0" destOrd="0" presId="urn:microsoft.com/office/officeart/2009/3/layout/HorizontalOrganizationChart"/>
    <dgm:cxn modelId="{3C5C6387-F7D3-4EB5-95C2-562847CFDDFF}" srcId="{167426F5-FF0E-4535-802D-99CF522A0CC1}" destId="{BD2999E2-5265-47C5-8DF0-273F75C6F820}" srcOrd="0" destOrd="0" parTransId="{5F4F2620-DF59-4351-AA84-EFA7B1AEB192}" sibTransId="{25BB84D4-1852-4341-88F4-3489D3E44F84}"/>
    <dgm:cxn modelId="{6EE7CCE5-03AC-4A33-9B4D-CBC77BEC5ED5}" type="presOf" srcId="{167426F5-FF0E-4535-802D-99CF522A0CC1}" destId="{394EA2EA-16D7-4A7A-9D91-62248B440591}" srcOrd="0" destOrd="0" presId="urn:microsoft.com/office/officeart/2009/3/layout/HorizontalOrganizationChart"/>
    <dgm:cxn modelId="{9445D264-89E4-4FBE-90A7-59CE23F7066F}" type="presOf" srcId="{C3A17949-3232-42AB-91EE-1D463A0EB21E}" destId="{7652AFCF-9F90-46FC-A994-723C2DED4B2E}" srcOrd="0" destOrd="0" presId="urn:microsoft.com/office/officeart/2009/3/layout/HorizontalOrganizationChart"/>
    <dgm:cxn modelId="{374754F4-8F72-44E6-9C7E-14EB4A17DA10}" type="presOf" srcId="{72A46E3B-DF59-4183-8F3C-720F989A9749}" destId="{1ECE7502-49B4-46B4-BF87-594134CFDD78}" srcOrd="1" destOrd="0" presId="urn:microsoft.com/office/officeart/2009/3/layout/HorizontalOrganizationChart"/>
    <dgm:cxn modelId="{87F1CC6B-1E50-41FC-9B20-21B454E65C0A}" srcId="{167426F5-FF0E-4535-802D-99CF522A0CC1}" destId="{D3C0D0BF-E1A3-4C0A-ADAC-B5AAF5077A3F}" srcOrd="4" destOrd="0" parTransId="{73EBAEFE-7B31-4AFE-A3CE-588A312D9A85}" sibTransId="{08CB4437-426B-49B4-BEC3-FBBC660F01D8}"/>
    <dgm:cxn modelId="{5C3C473B-0EDB-49CF-9C68-CEE3E309C651}" srcId="{75DCA0EC-1001-4F30-A325-2C601E3C572A}" destId="{167426F5-FF0E-4535-802D-99CF522A0CC1}" srcOrd="0" destOrd="0" parTransId="{47CBEAE2-E6E3-4B58-85CD-D3C6AD8E12C4}" sibTransId="{19A949C6-70EF-4C34-92F3-09106C8375B9}"/>
    <dgm:cxn modelId="{28FDDB25-6ABC-4937-ADF9-DFDE4FC8E61C}" type="presOf" srcId="{75DCA0EC-1001-4F30-A325-2C601E3C572A}" destId="{97DB9A13-DAF6-447E-9A21-F4B099AE3D2D}" srcOrd="0" destOrd="0" presId="urn:microsoft.com/office/officeart/2009/3/layout/HorizontalOrganizationChart"/>
    <dgm:cxn modelId="{5732DEE2-9A1C-40E8-9C4F-4DC5A582249E}" srcId="{72A46E3B-DF59-4183-8F3C-720F989A9749}" destId="{A14E2A3E-7961-470B-BB86-CDBB6437DBAC}" srcOrd="1" destOrd="0" parTransId="{4C40B526-FC9E-4280-8A0E-AE84713B2F8A}" sibTransId="{E752400B-73B7-4C0E-A173-5E31937EC0C8}"/>
    <dgm:cxn modelId="{E26F3E65-CB93-4592-9F09-BAAD23EECD9E}" type="presOf" srcId="{C8CFC623-8CC7-4D73-988A-4110D4239F3E}" destId="{9D72CEED-CCDA-4390-84F1-A0C6C13667A5}" srcOrd="0" destOrd="0" presId="urn:microsoft.com/office/officeart/2009/3/layout/HorizontalOrganizationChart"/>
    <dgm:cxn modelId="{32AA7BBB-8299-45A6-A6D7-249709F7A12F}" type="presOf" srcId="{5F4F2620-DF59-4351-AA84-EFA7B1AEB192}" destId="{67846FCA-A92F-4C5D-B1BF-488FD512BD45}" srcOrd="0" destOrd="0" presId="urn:microsoft.com/office/officeart/2009/3/layout/HorizontalOrganizationChart"/>
    <dgm:cxn modelId="{C3E324CE-5662-404E-BE5A-22D33E05F53A}" type="presOf" srcId="{6A76F256-ED78-4EA3-9598-AD6FA9C0DBF6}" destId="{7F692FFC-BFE2-4686-997E-AD2C16C2B147}" srcOrd="0" destOrd="0" presId="urn:microsoft.com/office/officeart/2009/3/layout/HorizontalOrganizationChart"/>
    <dgm:cxn modelId="{7B1A4525-A19F-4048-AA75-5C1A67D3C076}" type="presOf" srcId="{4C40B526-FC9E-4280-8A0E-AE84713B2F8A}" destId="{C55EF4AA-9933-4F10-9057-20BB7F2FA12B}" srcOrd="0" destOrd="0" presId="urn:microsoft.com/office/officeart/2009/3/layout/HorizontalOrganizationChart"/>
    <dgm:cxn modelId="{470618B0-0278-4D27-BB18-81611CD6B34F}" type="presOf" srcId="{6C68AE35-297B-4FA1-A45E-816C5697D9C4}" destId="{1347C0A2-8A05-46A5-BA7F-895CBAC93BC5}" srcOrd="1" destOrd="0" presId="urn:microsoft.com/office/officeart/2009/3/layout/HorizontalOrganizationChart"/>
    <dgm:cxn modelId="{296A5DF6-8526-4766-AF59-8BC172834940}" srcId="{167426F5-FF0E-4535-802D-99CF522A0CC1}" destId="{72A46E3B-DF59-4183-8F3C-720F989A9749}" srcOrd="2" destOrd="0" parTransId="{8C3A7009-8179-4964-B855-153A52C0A20A}" sibTransId="{5EA0D591-2BC9-4658-A3B4-90AB4A396FF2}"/>
    <dgm:cxn modelId="{BED42503-B7F5-4493-9806-CE948A5D5400}" srcId="{167426F5-FF0E-4535-802D-99CF522A0CC1}" destId="{6C68AE35-297B-4FA1-A45E-816C5697D9C4}" srcOrd="3" destOrd="0" parTransId="{C3A17949-3232-42AB-91EE-1D463A0EB21E}" sibTransId="{F48DB3D1-7E70-4369-A99B-D31D4336155F}"/>
    <dgm:cxn modelId="{2D38F804-0216-487A-A643-0C521EE6B8CC}" type="presOf" srcId="{5777C9B0-E7C2-4C0C-8389-1559CF8B9C78}" destId="{B8DF2B5E-F51B-40AC-BBD6-B839851AFADB}" srcOrd="0" destOrd="0" presId="urn:microsoft.com/office/officeart/2009/3/layout/HorizontalOrganizationChart"/>
    <dgm:cxn modelId="{87CF7AE5-EA91-426D-BE9A-5F83EA812CE6}" type="presOf" srcId="{0ED3349C-FFB4-4341-AF41-12A98D323C1A}" destId="{BB886760-27C3-4E2B-BC80-D5FF657C6CCE}" srcOrd="0" destOrd="0" presId="urn:microsoft.com/office/officeart/2009/3/layout/HorizontalOrganizationChart"/>
    <dgm:cxn modelId="{D2510F34-B58D-44F4-B1AD-E0D9E315E8CA}" type="presOf" srcId="{BD2999E2-5265-47C5-8DF0-273F75C6F820}" destId="{4040285D-5F11-40A8-83AD-85F612D0807F}" srcOrd="1" destOrd="0" presId="urn:microsoft.com/office/officeart/2009/3/layout/HorizontalOrganizationChart"/>
    <dgm:cxn modelId="{E0F65C18-034C-4532-85E2-6CB1A7AC4B46}" type="presOf" srcId="{01C95EBF-1A70-4095-A114-CDA9C40F6E31}" destId="{E6479992-4DEB-4144-A197-E2BFE1BDEE20}" srcOrd="1" destOrd="0" presId="urn:microsoft.com/office/officeart/2009/3/layout/HorizontalOrganizationChart"/>
    <dgm:cxn modelId="{6D6A9958-0D2E-42D9-845E-94DE3E494943}" type="presOf" srcId="{8C3A7009-8179-4964-B855-153A52C0A20A}" destId="{79CA1C09-5DCB-4428-979B-D308EA3AAD19}" srcOrd="0" destOrd="0" presId="urn:microsoft.com/office/officeart/2009/3/layout/HorizontalOrganizationChart"/>
    <dgm:cxn modelId="{4D1F0D43-F08D-4B19-A958-809634EA5F87}" type="presOf" srcId="{D3C0D0BF-E1A3-4C0A-ADAC-B5AAF5077A3F}" destId="{795EBDA6-2AD8-4E82-B4A4-2D740A9101B3}" srcOrd="0" destOrd="0" presId="urn:microsoft.com/office/officeart/2009/3/layout/HorizontalOrganizationChart"/>
    <dgm:cxn modelId="{D57DFDB2-EB4F-4B3F-99A0-48B399CCF43B}" srcId="{D3C0D0BF-E1A3-4C0A-ADAC-B5AAF5077A3F}" destId="{5777C9B0-E7C2-4C0C-8389-1559CF8B9C78}" srcOrd="0" destOrd="0" parTransId="{0ED3349C-FFB4-4341-AF41-12A98D323C1A}" sibTransId="{995EB6F0-3BA0-4D67-930F-EA3A92FA91E8}"/>
    <dgm:cxn modelId="{F7DC1592-6330-4F72-A6CC-73F43260D37E}" type="presOf" srcId="{6C68AE35-297B-4FA1-A45E-816C5697D9C4}" destId="{7313B0F6-D6DC-46A6-AC7E-302D7373A7A4}" srcOrd="0" destOrd="0" presId="urn:microsoft.com/office/officeart/2009/3/layout/HorizontalOrganizationChart"/>
    <dgm:cxn modelId="{159CBBB3-1B68-4914-9220-FE8D935339AD}" type="presParOf" srcId="{97DB9A13-DAF6-447E-9A21-F4B099AE3D2D}" destId="{F787CDF1-6A5D-4B8E-84AB-BFED6B6461A2}" srcOrd="0" destOrd="0" presId="urn:microsoft.com/office/officeart/2009/3/layout/HorizontalOrganizationChart"/>
    <dgm:cxn modelId="{F17E4A09-C876-4FB5-9A49-A84AEAE5F49B}" type="presParOf" srcId="{F787CDF1-6A5D-4B8E-84AB-BFED6B6461A2}" destId="{B64E2A05-DD94-4113-BC0D-DD3AABF7CFA5}" srcOrd="0" destOrd="0" presId="urn:microsoft.com/office/officeart/2009/3/layout/HorizontalOrganizationChart"/>
    <dgm:cxn modelId="{179C3604-843C-4EBA-B206-F37AAD70B9EF}" type="presParOf" srcId="{B64E2A05-DD94-4113-BC0D-DD3AABF7CFA5}" destId="{394EA2EA-16D7-4A7A-9D91-62248B440591}" srcOrd="0" destOrd="0" presId="urn:microsoft.com/office/officeart/2009/3/layout/HorizontalOrganizationChart"/>
    <dgm:cxn modelId="{1A377522-A1D3-4585-9AA3-7D2BAE0D79AC}" type="presParOf" srcId="{B64E2A05-DD94-4113-BC0D-DD3AABF7CFA5}" destId="{1F4C5AF3-3A50-4994-A197-F74D58B9AFC8}" srcOrd="1" destOrd="0" presId="urn:microsoft.com/office/officeart/2009/3/layout/HorizontalOrganizationChart"/>
    <dgm:cxn modelId="{3AB877C3-EEF0-4C0E-B1CE-42F0D80A6512}" type="presParOf" srcId="{F787CDF1-6A5D-4B8E-84AB-BFED6B6461A2}" destId="{069450BD-314E-45FF-9E54-7D111389FE4F}" srcOrd="1" destOrd="0" presId="urn:microsoft.com/office/officeart/2009/3/layout/HorizontalOrganizationChart"/>
    <dgm:cxn modelId="{C900258A-FB16-42CF-AA20-A4DAE5546A7D}" type="presParOf" srcId="{069450BD-314E-45FF-9E54-7D111389FE4F}" destId="{67846FCA-A92F-4C5D-B1BF-488FD512BD45}" srcOrd="0" destOrd="0" presId="urn:microsoft.com/office/officeart/2009/3/layout/HorizontalOrganizationChart"/>
    <dgm:cxn modelId="{C33ACFB1-E16B-42BB-BDDB-F6AEC6FD5FD1}" type="presParOf" srcId="{069450BD-314E-45FF-9E54-7D111389FE4F}" destId="{3C6FEBFB-53E5-4185-AC2E-CE7F57D5FFE8}" srcOrd="1" destOrd="0" presId="urn:microsoft.com/office/officeart/2009/3/layout/HorizontalOrganizationChart"/>
    <dgm:cxn modelId="{73560AE0-6A37-4787-BEDE-F3182F576A3A}" type="presParOf" srcId="{3C6FEBFB-53E5-4185-AC2E-CE7F57D5FFE8}" destId="{7C1F6C2E-CED3-479F-9D65-BAA54DCF7080}" srcOrd="0" destOrd="0" presId="urn:microsoft.com/office/officeart/2009/3/layout/HorizontalOrganizationChart"/>
    <dgm:cxn modelId="{490D3A8F-3F02-4B28-ABFE-0F6E52B6B435}" type="presParOf" srcId="{7C1F6C2E-CED3-479F-9D65-BAA54DCF7080}" destId="{69ABB533-03E5-4B2D-AFAB-C07F4D30605D}" srcOrd="0" destOrd="0" presId="urn:microsoft.com/office/officeart/2009/3/layout/HorizontalOrganizationChart"/>
    <dgm:cxn modelId="{0FD75CCD-AA0A-4328-A970-55D52995814C}" type="presParOf" srcId="{7C1F6C2E-CED3-479F-9D65-BAA54DCF7080}" destId="{4040285D-5F11-40A8-83AD-85F612D0807F}" srcOrd="1" destOrd="0" presId="urn:microsoft.com/office/officeart/2009/3/layout/HorizontalOrganizationChart"/>
    <dgm:cxn modelId="{3C6B4B79-6EE5-41E7-B43F-F9B6ADBA4738}" type="presParOf" srcId="{3C6FEBFB-53E5-4185-AC2E-CE7F57D5FFE8}" destId="{C450025A-1EE9-4690-A7A8-01F32074875A}" srcOrd="1" destOrd="0" presId="urn:microsoft.com/office/officeart/2009/3/layout/HorizontalOrganizationChart"/>
    <dgm:cxn modelId="{36BED392-9005-452E-A53C-A93AE50A8A32}" type="presParOf" srcId="{3C6FEBFB-53E5-4185-AC2E-CE7F57D5FFE8}" destId="{3695B77E-0329-43BB-9FBB-DA5EA8225713}" srcOrd="2" destOrd="0" presId="urn:microsoft.com/office/officeart/2009/3/layout/HorizontalOrganizationChart"/>
    <dgm:cxn modelId="{A03E9066-7AE4-4599-91B0-6AE4AF4C6116}" type="presParOf" srcId="{069450BD-314E-45FF-9E54-7D111389FE4F}" destId="{7F692FFC-BFE2-4686-997E-AD2C16C2B147}" srcOrd="2" destOrd="0" presId="urn:microsoft.com/office/officeart/2009/3/layout/HorizontalOrganizationChart"/>
    <dgm:cxn modelId="{4A55E7D8-6966-4690-A1AA-E77FCADC7D95}" type="presParOf" srcId="{069450BD-314E-45FF-9E54-7D111389FE4F}" destId="{864F25B3-BC72-45F3-9532-D2A0E13D4A78}" srcOrd="3" destOrd="0" presId="urn:microsoft.com/office/officeart/2009/3/layout/HorizontalOrganizationChart"/>
    <dgm:cxn modelId="{C22C4975-2524-45D0-A0F3-C36B614FBC46}" type="presParOf" srcId="{864F25B3-BC72-45F3-9532-D2A0E13D4A78}" destId="{8592785C-C753-44D5-A200-10A7D439E7C7}" srcOrd="0" destOrd="0" presId="urn:microsoft.com/office/officeart/2009/3/layout/HorizontalOrganizationChart"/>
    <dgm:cxn modelId="{C6E8797C-1CCC-484F-ACC6-14F6F3B2E712}" type="presParOf" srcId="{8592785C-C753-44D5-A200-10A7D439E7C7}" destId="{803652D6-A5B4-4402-9490-CEC16AE36DD7}" srcOrd="0" destOrd="0" presId="urn:microsoft.com/office/officeart/2009/3/layout/HorizontalOrganizationChart"/>
    <dgm:cxn modelId="{9F0FED44-30CB-46C8-B035-59A16C97922A}" type="presParOf" srcId="{8592785C-C753-44D5-A200-10A7D439E7C7}" destId="{E6479992-4DEB-4144-A197-E2BFE1BDEE20}" srcOrd="1" destOrd="0" presId="urn:microsoft.com/office/officeart/2009/3/layout/HorizontalOrganizationChart"/>
    <dgm:cxn modelId="{E42D8B94-D940-4167-91E3-13E5D7D7FBEE}" type="presParOf" srcId="{864F25B3-BC72-45F3-9532-D2A0E13D4A78}" destId="{A9D08861-12E2-468B-891E-9C12312EE049}" srcOrd="1" destOrd="0" presId="urn:microsoft.com/office/officeart/2009/3/layout/HorizontalOrganizationChart"/>
    <dgm:cxn modelId="{174DCB0A-3B55-4690-9A85-783D12DC4403}" type="presParOf" srcId="{864F25B3-BC72-45F3-9532-D2A0E13D4A78}" destId="{B80ACD9F-42D6-4324-A449-9F2F898AAFF4}" srcOrd="2" destOrd="0" presId="urn:microsoft.com/office/officeart/2009/3/layout/HorizontalOrganizationChart"/>
    <dgm:cxn modelId="{46662CB2-6748-4258-AA86-1C06CC8B493A}" type="presParOf" srcId="{069450BD-314E-45FF-9E54-7D111389FE4F}" destId="{79CA1C09-5DCB-4428-979B-D308EA3AAD19}" srcOrd="4" destOrd="0" presId="urn:microsoft.com/office/officeart/2009/3/layout/HorizontalOrganizationChart"/>
    <dgm:cxn modelId="{C1F26E89-CB32-4A6E-8CF6-B5C9697DA6C3}" type="presParOf" srcId="{069450BD-314E-45FF-9E54-7D111389FE4F}" destId="{8DD620F0-5FDA-4840-934C-7331B2C60251}" srcOrd="5" destOrd="0" presId="urn:microsoft.com/office/officeart/2009/3/layout/HorizontalOrganizationChart"/>
    <dgm:cxn modelId="{2229109E-23DC-4820-A141-9E47B5449173}" type="presParOf" srcId="{8DD620F0-5FDA-4840-934C-7331B2C60251}" destId="{E2DE1CC6-E1C3-45FC-ACB0-3142442A8BE3}" srcOrd="0" destOrd="0" presId="urn:microsoft.com/office/officeart/2009/3/layout/HorizontalOrganizationChart"/>
    <dgm:cxn modelId="{7F42C9EE-F71C-40C6-B353-AE1B5DC6D5FA}" type="presParOf" srcId="{E2DE1CC6-E1C3-45FC-ACB0-3142442A8BE3}" destId="{8666DE8B-A9E5-402B-9325-9AD54F00F00A}" srcOrd="0" destOrd="0" presId="urn:microsoft.com/office/officeart/2009/3/layout/HorizontalOrganizationChart"/>
    <dgm:cxn modelId="{4D1CE6A8-F1C7-482F-850A-81D6F1374B60}" type="presParOf" srcId="{E2DE1CC6-E1C3-45FC-ACB0-3142442A8BE3}" destId="{1ECE7502-49B4-46B4-BF87-594134CFDD78}" srcOrd="1" destOrd="0" presId="urn:microsoft.com/office/officeart/2009/3/layout/HorizontalOrganizationChart"/>
    <dgm:cxn modelId="{FFA432B9-D797-4FC4-B44B-1F563ECDE474}" type="presParOf" srcId="{8DD620F0-5FDA-4840-934C-7331B2C60251}" destId="{3AF9E385-B6D4-4A62-BDBD-A8718C34A617}" srcOrd="1" destOrd="0" presId="urn:microsoft.com/office/officeart/2009/3/layout/HorizontalOrganizationChart"/>
    <dgm:cxn modelId="{43AD6224-62B1-4C2D-83FB-0D5287D45AED}" type="presParOf" srcId="{3AF9E385-B6D4-4A62-BDBD-A8718C34A617}" destId="{0FB56C9B-C909-4B72-9716-DE935C96D67C}" srcOrd="0" destOrd="0" presId="urn:microsoft.com/office/officeart/2009/3/layout/HorizontalOrganizationChart"/>
    <dgm:cxn modelId="{4E147539-D2CB-4A9B-84B9-93623671CF8E}" type="presParOf" srcId="{3AF9E385-B6D4-4A62-BDBD-A8718C34A617}" destId="{E068DEA8-06B2-4AF2-BD96-BEAFFE3EC4FB}" srcOrd="1" destOrd="0" presId="urn:microsoft.com/office/officeart/2009/3/layout/HorizontalOrganizationChart"/>
    <dgm:cxn modelId="{20B75117-5635-458B-BEC8-F3D67BA62E41}" type="presParOf" srcId="{E068DEA8-06B2-4AF2-BD96-BEAFFE3EC4FB}" destId="{6A966062-98BE-45EB-A1DD-FE925A04CC23}" srcOrd="0" destOrd="0" presId="urn:microsoft.com/office/officeart/2009/3/layout/HorizontalOrganizationChart"/>
    <dgm:cxn modelId="{D87DBBD0-4835-448F-8B6D-29BA6B51EFC1}" type="presParOf" srcId="{6A966062-98BE-45EB-A1DD-FE925A04CC23}" destId="{9D72CEED-CCDA-4390-84F1-A0C6C13667A5}" srcOrd="0" destOrd="0" presId="urn:microsoft.com/office/officeart/2009/3/layout/HorizontalOrganizationChart"/>
    <dgm:cxn modelId="{B9B0FD96-9C5D-4573-BC29-6C8D1727DCB8}" type="presParOf" srcId="{6A966062-98BE-45EB-A1DD-FE925A04CC23}" destId="{8B0AA043-4C72-47F1-A2F5-0344A723F01A}" srcOrd="1" destOrd="0" presId="urn:microsoft.com/office/officeart/2009/3/layout/HorizontalOrganizationChart"/>
    <dgm:cxn modelId="{9AE5F822-B5E6-49D7-B2A4-FF4624CF13A1}" type="presParOf" srcId="{E068DEA8-06B2-4AF2-BD96-BEAFFE3EC4FB}" destId="{3AEBCB48-5FFD-4CF4-9159-4FA95999EF4B}" srcOrd="1" destOrd="0" presId="urn:microsoft.com/office/officeart/2009/3/layout/HorizontalOrganizationChart"/>
    <dgm:cxn modelId="{C7EDF344-F848-4A42-ABF1-1E1E96F43840}" type="presParOf" srcId="{E068DEA8-06B2-4AF2-BD96-BEAFFE3EC4FB}" destId="{E9C8E793-1599-49B3-B892-730145E69A29}" srcOrd="2" destOrd="0" presId="urn:microsoft.com/office/officeart/2009/3/layout/HorizontalOrganizationChart"/>
    <dgm:cxn modelId="{23F68473-B960-4D14-A645-B48969D4C62D}" type="presParOf" srcId="{3AF9E385-B6D4-4A62-BDBD-A8718C34A617}" destId="{C55EF4AA-9933-4F10-9057-20BB7F2FA12B}" srcOrd="2" destOrd="0" presId="urn:microsoft.com/office/officeart/2009/3/layout/HorizontalOrganizationChart"/>
    <dgm:cxn modelId="{B2ACF1DE-9F2E-473D-B694-34411D4AD97C}" type="presParOf" srcId="{3AF9E385-B6D4-4A62-BDBD-A8718C34A617}" destId="{D8455523-B1F1-4D0E-BBB5-67AB8B143CA3}" srcOrd="3" destOrd="0" presId="urn:microsoft.com/office/officeart/2009/3/layout/HorizontalOrganizationChart"/>
    <dgm:cxn modelId="{B66F6565-8FC1-4C34-B9B9-CDB0EA4AADC9}" type="presParOf" srcId="{D8455523-B1F1-4D0E-BBB5-67AB8B143CA3}" destId="{DE78BDDB-316E-457C-92CD-ED42F25F92F3}" srcOrd="0" destOrd="0" presId="urn:microsoft.com/office/officeart/2009/3/layout/HorizontalOrganizationChart"/>
    <dgm:cxn modelId="{701849F4-E464-41CA-B88B-EEC799995E79}" type="presParOf" srcId="{DE78BDDB-316E-457C-92CD-ED42F25F92F3}" destId="{ACF761E7-8EFD-4B49-89F0-8B319E5B6D83}" srcOrd="0" destOrd="0" presId="urn:microsoft.com/office/officeart/2009/3/layout/HorizontalOrganizationChart"/>
    <dgm:cxn modelId="{C59BEA85-DB2A-48A7-B13F-6C303351ABC4}" type="presParOf" srcId="{DE78BDDB-316E-457C-92CD-ED42F25F92F3}" destId="{48AF689C-1DC9-4941-B2CD-08145077E82D}" srcOrd="1" destOrd="0" presId="urn:microsoft.com/office/officeart/2009/3/layout/HorizontalOrganizationChart"/>
    <dgm:cxn modelId="{66739CE6-3DBA-42BF-B420-16C1DD43FF33}" type="presParOf" srcId="{D8455523-B1F1-4D0E-BBB5-67AB8B143CA3}" destId="{1531C473-EE22-4242-9D81-A0EA5F9546D6}" srcOrd="1" destOrd="0" presId="urn:microsoft.com/office/officeart/2009/3/layout/HorizontalOrganizationChart"/>
    <dgm:cxn modelId="{DE8F68D4-B2FA-4B39-B1C3-9DFF2AFF553E}" type="presParOf" srcId="{D8455523-B1F1-4D0E-BBB5-67AB8B143CA3}" destId="{70F96936-5DB4-416D-A78F-AB0EC51AD743}" srcOrd="2" destOrd="0" presId="urn:microsoft.com/office/officeart/2009/3/layout/HorizontalOrganizationChart"/>
    <dgm:cxn modelId="{8AB11E29-475D-4154-B786-BA2ED8C21222}" type="presParOf" srcId="{8DD620F0-5FDA-4840-934C-7331B2C60251}" destId="{A7B2CDCA-671F-446B-8E1B-9DC0E8B7EF02}" srcOrd="2" destOrd="0" presId="urn:microsoft.com/office/officeart/2009/3/layout/HorizontalOrganizationChart"/>
    <dgm:cxn modelId="{CA4BA41E-08C0-4F00-B986-6781EB6ED1B5}" type="presParOf" srcId="{069450BD-314E-45FF-9E54-7D111389FE4F}" destId="{7652AFCF-9F90-46FC-A994-723C2DED4B2E}" srcOrd="6" destOrd="0" presId="urn:microsoft.com/office/officeart/2009/3/layout/HorizontalOrganizationChart"/>
    <dgm:cxn modelId="{7B44D97D-E255-432A-A99C-128B1555E1A6}" type="presParOf" srcId="{069450BD-314E-45FF-9E54-7D111389FE4F}" destId="{A6AE913E-FA1A-4CC4-BAAE-9FD3096D84C9}" srcOrd="7" destOrd="0" presId="urn:microsoft.com/office/officeart/2009/3/layout/HorizontalOrganizationChart"/>
    <dgm:cxn modelId="{8B4D71EF-B888-4E79-B4A7-53DB6960A9E8}" type="presParOf" srcId="{A6AE913E-FA1A-4CC4-BAAE-9FD3096D84C9}" destId="{47C78F44-A6A7-4D96-96BD-308534F34792}" srcOrd="0" destOrd="0" presId="urn:microsoft.com/office/officeart/2009/3/layout/HorizontalOrganizationChart"/>
    <dgm:cxn modelId="{AA6BA8A6-6BB7-4AE8-B21A-7B190BA7FAD1}" type="presParOf" srcId="{47C78F44-A6A7-4D96-96BD-308534F34792}" destId="{7313B0F6-D6DC-46A6-AC7E-302D7373A7A4}" srcOrd="0" destOrd="0" presId="urn:microsoft.com/office/officeart/2009/3/layout/HorizontalOrganizationChart"/>
    <dgm:cxn modelId="{3D6C8653-C531-4EE3-9A6F-A4BB30F60C1B}" type="presParOf" srcId="{47C78F44-A6A7-4D96-96BD-308534F34792}" destId="{1347C0A2-8A05-46A5-BA7F-895CBAC93BC5}" srcOrd="1" destOrd="0" presId="urn:microsoft.com/office/officeart/2009/3/layout/HorizontalOrganizationChart"/>
    <dgm:cxn modelId="{90D3E4DF-195B-4489-BA48-5F89CA29A4FE}" type="presParOf" srcId="{A6AE913E-FA1A-4CC4-BAAE-9FD3096D84C9}" destId="{A7FD2389-779B-48DC-957F-655E415B8B55}" srcOrd="1" destOrd="0" presId="urn:microsoft.com/office/officeart/2009/3/layout/HorizontalOrganizationChart"/>
    <dgm:cxn modelId="{A9E57FAB-3010-40BD-9852-EF553FBFB2D3}" type="presParOf" srcId="{A6AE913E-FA1A-4CC4-BAAE-9FD3096D84C9}" destId="{8BFB7501-0739-4304-8186-42A35CE9D424}" srcOrd="2" destOrd="0" presId="urn:microsoft.com/office/officeart/2009/3/layout/HorizontalOrganizationChart"/>
    <dgm:cxn modelId="{2BB3EF2C-D952-48D8-B4A3-A1DFBDF6575E}" type="presParOf" srcId="{069450BD-314E-45FF-9E54-7D111389FE4F}" destId="{E7FB3EEA-9690-4358-B295-F33DE419EF23}" srcOrd="8" destOrd="0" presId="urn:microsoft.com/office/officeart/2009/3/layout/HorizontalOrganizationChart"/>
    <dgm:cxn modelId="{0D2A26AC-AE5B-4E47-AFFA-C9CF7485D20A}" type="presParOf" srcId="{069450BD-314E-45FF-9E54-7D111389FE4F}" destId="{CA4C3706-F8A0-4A84-9B7A-7357154E799D}" srcOrd="9" destOrd="0" presId="urn:microsoft.com/office/officeart/2009/3/layout/HorizontalOrganizationChart"/>
    <dgm:cxn modelId="{E3827B33-585C-4345-9518-23FEDA284B63}" type="presParOf" srcId="{CA4C3706-F8A0-4A84-9B7A-7357154E799D}" destId="{235F9DD3-A206-4EFA-AF0C-02A8E8CB3386}" srcOrd="0" destOrd="0" presId="urn:microsoft.com/office/officeart/2009/3/layout/HorizontalOrganizationChart"/>
    <dgm:cxn modelId="{FB575E6D-6710-4F8C-BC21-D7D32607D5F7}" type="presParOf" srcId="{235F9DD3-A206-4EFA-AF0C-02A8E8CB3386}" destId="{795EBDA6-2AD8-4E82-B4A4-2D740A9101B3}" srcOrd="0" destOrd="0" presId="urn:microsoft.com/office/officeart/2009/3/layout/HorizontalOrganizationChart"/>
    <dgm:cxn modelId="{D398610C-94CB-404A-9613-165BE81D2838}" type="presParOf" srcId="{235F9DD3-A206-4EFA-AF0C-02A8E8CB3386}" destId="{D4779D03-AB79-4B98-AA5F-691FE3A35EF4}" srcOrd="1" destOrd="0" presId="urn:microsoft.com/office/officeart/2009/3/layout/HorizontalOrganizationChart"/>
    <dgm:cxn modelId="{5C5B825E-C4DF-43BB-9D73-605445DFCB64}" type="presParOf" srcId="{CA4C3706-F8A0-4A84-9B7A-7357154E799D}" destId="{54B7595E-1F49-43E1-B694-D0395FAA162B}" srcOrd="1" destOrd="0" presId="urn:microsoft.com/office/officeart/2009/3/layout/HorizontalOrganizationChart"/>
    <dgm:cxn modelId="{B036589D-8168-49E2-AFF2-ECCF1E998519}" type="presParOf" srcId="{54B7595E-1F49-43E1-B694-D0395FAA162B}" destId="{BB886760-27C3-4E2B-BC80-D5FF657C6CCE}" srcOrd="0" destOrd="0" presId="urn:microsoft.com/office/officeart/2009/3/layout/HorizontalOrganizationChart"/>
    <dgm:cxn modelId="{5ED737DB-F419-4707-9F40-54CE702920BB}" type="presParOf" srcId="{54B7595E-1F49-43E1-B694-D0395FAA162B}" destId="{FC4AA1E1-72D9-4DAB-B7DA-600080478515}" srcOrd="1" destOrd="0" presId="urn:microsoft.com/office/officeart/2009/3/layout/HorizontalOrganizationChart"/>
    <dgm:cxn modelId="{D5884A3F-7913-4375-A7AB-3EA614017D1F}" type="presParOf" srcId="{FC4AA1E1-72D9-4DAB-B7DA-600080478515}" destId="{EBD58ED9-93A5-4B1E-BE8B-6AFF524423AD}" srcOrd="0" destOrd="0" presId="urn:microsoft.com/office/officeart/2009/3/layout/HorizontalOrganizationChart"/>
    <dgm:cxn modelId="{4B85D2CA-5A98-4E32-83AB-F6E2B8076116}" type="presParOf" srcId="{EBD58ED9-93A5-4B1E-BE8B-6AFF524423AD}" destId="{B8DF2B5E-F51B-40AC-BBD6-B839851AFADB}" srcOrd="0" destOrd="0" presId="urn:microsoft.com/office/officeart/2009/3/layout/HorizontalOrganizationChart"/>
    <dgm:cxn modelId="{97712E33-C693-4C93-BCB2-BBE9CFD8E49C}" type="presParOf" srcId="{EBD58ED9-93A5-4B1E-BE8B-6AFF524423AD}" destId="{FB44F223-10A0-45BB-B332-E8611A0F998D}" srcOrd="1" destOrd="0" presId="urn:microsoft.com/office/officeart/2009/3/layout/HorizontalOrganizationChart"/>
    <dgm:cxn modelId="{DEFDF556-CFBF-4360-9EC9-0E663D6488CA}" type="presParOf" srcId="{FC4AA1E1-72D9-4DAB-B7DA-600080478515}" destId="{37F903C1-0CE7-490A-8E7B-3B5B9DFECF80}" srcOrd="1" destOrd="0" presId="urn:microsoft.com/office/officeart/2009/3/layout/HorizontalOrganizationChart"/>
    <dgm:cxn modelId="{791C549D-8088-4DCD-8CA3-B88ABE4848C4}" type="presParOf" srcId="{FC4AA1E1-72D9-4DAB-B7DA-600080478515}" destId="{1263243E-A28E-4AC8-9C32-493B53137B35}" srcOrd="2" destOrd="0" presId="urn:microsoft.com/office/officeart/2009/3/layout/HorizontalOrganizationChart"/>
    <dgm:cxn modelId="{362D2D2C-6D6C-41C8-B013-75670A3284A4}" type="presParOf" srcId="{CA4C3706-F8A0-4A84-9B7A-7357154E799D}" destId="{79751DCE-6F96-4133-9BEF-AD7FF74624DF}" srcOrd="2" destOrd="0" presId="urn:microsoft.com/office/officeart/2009/3/layout/HorizontalOrganizationChart"/>
    <dgm:cxn modelId="{1541ACB8-CDF3-44B7-B9D1-B3A248438E38}" type="presParOf" srcId="{F787CDF1-6A5D-4B8E-84AB-BFED6B6461A2}" destId="{CDC964C4-9CFC-4EB3-AD37-E66E07AAB470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D7660A-CA6C-4BFB-91F8-D457A8ADE053}">
      <dsp:nvSpPr>
        <dsp:cNvPr id="0" name=""/>
        <dsp:cNvSpPr/>
      </dsp:nvSpPr>
      <dsp:spPr>
        <a:xfrm>
          <a:off x="4173402" y="1667502"/>
          <a:ext cx="2481934" cy="12629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3315"/>
              </a:lnTo>
              <a:lnTo>
                <a:pt x="2481934" y="863315"/>
              </a:lnTo>
              <a:lnTo>
                <a:pt x="2481934" y="126294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01BF2E-175A-47B5-9C3F-5A66F73CFA82}">
      <dsp:nvSpPr>
        <dsp:cNvPr id="0" name=""/>
        <dsp:cNvSpPr/>
      </dsp:nvSpPr>
      <dsp:spPr>
        <a:xfrm>
          <a:off x="2073526" y="1667502"/>
          <a:ext cx="2099875" cy="1318612"/>
        </a:xfrm>
        <a:custGeom>
          <a:avLst/>
          <a:gdLst/>
          <a:ahLst/>
          <a:cxnLst/>
          <a:rect l="0" t="0" r="0" b="0"/>
          <a:pathLst>
            <a:path>
              <a:moveTo>
                <a:pt x="2099875" y="0"/>
              </a:moveTo>
              <a:lnTo>
                <a:pt x="2099875" y="918978"/>
              </a:lnTo>
              <a:lnTo>
                <a:pt x="0" y="918978"/>
              </a:lnTo>
              <a:lnTo>
                <a:pt x="0" y="131861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2742BC-B352-4AD0-A7D1-9645BA019ED7}">
      <dsp:nvSpPr>
        <dsp:cNvPr id="0" name=""/>
        <dsp:cNvSpPr/>
      </dsp:nvSpPr>
      <dsp:spPr>
        <a:xfrm>
          <a:off x="2016048" y="526467"/>
          <a:ext cx="4314706" cy="11410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0A883-1626-4ACD-9A49-28279B0D9154}">
      <dsp:nvSpPr>
        <dsp:cNvPr id="0" name=""/>
        <dsp:cNvSpPr/>
      </dsp:nvSpPr>
      <dsp:spPr>
        <a:xfrm>
          <a:off x="2495369" y="981822"/>
          <a:ext cx="4314706" cy="11410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AI</a:t>
          </a:r>
          <a:endParaRPr lang="en-US" sz="4400" kern="1200" dirty="0"/>
        </a:p>
      </dsp:txBody>
      <dsp:txXfrm>
        <a:off x="2528789" y="1015242"/>
        <a:ext cx="4247866" cy="1074195"/>
      </dsp:txXfrm>
    </dsp:sp>
    <dsp:sp modelId="{E068789F-FEAF-4CBC-A8F7-87984373C31B}">
      <dsp:nvSpPr>
        <dsp:cNvPr id="0" name=""/>
        <dsp:cNvSpPr/>
      </dsp:nvSpPr>
      <dsp:spPr>
        <a:xfrm>
          <a:off x="5729" y="2986115"/>
          <a:ext cx="4135593" cy="12205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55949-3064-43A8-99A7-03EF9859F377}">
      <dsp:nvSpPr>
        <dsp:cNvPr id="0" name=""/>
        <dsp:cNvSpPr/>
      </dsp:nvSpPr>
      <dsp:spPr>
        <a:xfrm>
          <a:off x="485050" y="3441470"/>
          <a:ext cx="4135593" cy="12205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RULE BASED</a:t>
          </a:r>
          <a:endParaRPr lang="en-US" sz="3600" kern="1200" dirty="0"/>
        </a:p>
      </dsp:txBody>
      <dsp:txXfrm>
        <a:off x="520800" y="3477220"/>
        <a:ext cx="4064093" cy="1149085"/>
      </dsp:txXfrm>
    </dsp:sp>
    <dsp:sp modelId="{41ECF7E4-5CA8-4C3D-8BBF-6A741A7FC331}">
      <dsp:nvSpPr>
        <dsp:cNvPr id="0" name=""/>
        <dsp:cNvSpPr/>
      </dsp:nvSpPr>
      <dsp:spPr>
        <a:xfrm>
          <a:off x="5088835" y="2930452"/>
          <a:ext cx="3133003" cy="12551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EFBF4-E998-4DCF-BF1C-61BFA0556EC2}">
      <dsp:nvSpPr>
        <dsp:cNvPr id="0" name=""/>
        <dsp:cNvSpPr/>
      </dsp:nvSpPr>
      <dsp:spPr>
        <a:xfrm>
          <a:off x="5568156" y="3385807"/>
          <a:ext cx="3133003" cy="12551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ML/STAS BASED</a:t>
          </a:r>
          <a:endParaRPr lang="en-US" sz="4000" kern="1200" dirty="0"/>
        </a:p>
      </dsp:txBody>
      <dsp:txXfrm>
        <a:off x="5604919" y="3422570"/>
        <a:ext cx="3059477" cy="11816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71E24-5035-4A9C-936D-982817ADC2D9}">
      <dsp:nvSpPr>
        <dsp:cNvPr id="0" name=""/>
        <dsp:cNvSpPr/>
      </dsp:nvSpPr>
      <dsp:spPr>
        <a:xfrm>
          <a:off x="7227708" y="3171283"/>
          <a:ext cx="91440" cy="5075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751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509F1B-68A4-4DAB-8482-D4364A51A4C5}">
      <dsp:nvSpPr>
        <dsp:cNvPr id="0" name=""/>
        <dsp:cNvSpPr/>
      </dsp:nvSpPr>
      <dsp:spPr>
        <a:xfrm>
          <a:off x="4074195" y="1555670"/>
          <a:ext cx="3199233" cy="5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5856"/>
              </a:lnTo>
              <a:lnTo>
                <a:pt x="3199233" y="345856"/>
              </a:lnTo>
              <a:lnTo>
                <a:pt x="3199233" y="50751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A6EF0F-418F-48D9-8552-E60064108905}">
      <dsp:nvSpPr>
        <dsp:cNvPr id="0" name=""/>
        <dsp:cNvSpPr/>
      </dsp:nvSpPr>
      <dsp:spPr>
        <a:xfrm>
          <a:off x="5024230" y="3171283"/>
          <a:ext cx="116376" cy="308001"/>
        </a:xfrm>
        <a:custGeom>
          <a:avLst/>
          <a:gdLst/>
          <a:ahLst/>
          <a:cxnLst/>
          <a:rect l="0" t="0" r="0" b="0"/>
          <a:pathLst>
            <a:path>
              <a:moveTo>
                <a:pt x="116376" y="0"/>
              </a:moveTo>
              <a:lnTo>
                <a:pt x="116376" y="146343"/>
              </a:lnTo>
              <a:lnTo>
                <a:pt x="0" y="146343"/>
              </a:lnTo>
              <a:lnTo>
                <a:pt x="0" y="308001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5A8AAE-FEFD-43C9-897C-E74A74D6EC66}">
      <dsp:nvSpPr>
        <dsp:cNvPr id="0" name=""/>
        <dsp:cNvSpPr/>
      </dsp:nvSpPr>
      <dsp:spPr>
        <a:xfrm>
          <a:off x="4074195" y="1555670"/>
          <a:ext cx="1066411" cy="507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5856"/>
              </a:lnTo>
              <a:lnTo>
                <a:pt x="1066411" y="345856"/>
              </a:lnTo>
              <a:lnTo>
                <a:pt x="1066411" y="50751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1E0EDB-DC56-4C61-9189-76C8357CA846}">
      <dsp:nvSpPr>
        <dsp:cNvPr id="0" name=""/>
        <dsp:cNvSpPr/>
      </dsp:nvSpPr>
      <dsp:spPr>
        <a:xfrm>
          <a:off x="2962064" y="3171283"/>
          <a:ext cx="91440" cy="5075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751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1E550D-3D88-418E-A4A7-29779EFD4E18}">
      <dsp:nvSpPr>
        <dsp:cNvPr id="0" name=""/>
        <dsp:cNvSpPr/>
      </dsp:nvSpPr>
      <dsp:spPr>
        <a:xfrm>
          <a:off x="3007784" y="1555670"/>
          <a:ext cx="1066411" cy="507514"/>
        </a:xfrm>
        <a:custGeom>
          <a:avLst/>
          <a:gdLst/>
          <a:ahLst/>
          <a:cxnLst/>
          <a:rect l="0" t="0" r="0" b="0"/>
          <a:pathLst>
            <a:path>
              <a:moveTo>
                <a:pt x="1066411" y="0"/>
              </a:moveTo>
              <a:lnTo>
                <a:pt x="1066411" y="345856"/>
              </a:lnTo>
              <a:lnTo>
                <a:pt x="0" y="345856"/>
              </a:lnTo>
              <a:lnTo>
                <a:pt x="0" y="50751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B609B3-5DAF-4461-B6F4-1E11F937BBEB}">
      <dsp:nvSpPr>
        <dsp:cNvPr id="0" name=""/>
        <dsp:cNvSpPr/>
      </dsp:nvSpPr>
      <dsp:spPr>
        <a:xfrm>
          <a:off x="829242" y="3171283"/>
          <a:ext cx="91440" cy="5075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7514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1BCCA1-D502-4B02-8BF7-8B03AD06C98B}">
      <dsp:nvSpPr>
        <dsp:cNvPr id="0" name=""/>
        <dsp:cNvSpPr/>
      </dsp:nvSpPr>
      <dsp:spPr>
        <a:xfrm>
          <a:off x="874962" y="1555670"/>
          <a:ext cx="3199233" cy="507514"/>
        </a:xfrm>
        <a:custGeom>
          <a:avLst/>
          <a:gdLst/>
          <a:ahLst/>
          <a:cxnLst/>
          <a:rect l="0" t="0" r="0" b="0"/>
          <a:pathLst>
            <a:path>
              <a:moveTo>
                <a:pt x="3199233" y="0"/>
              </a:moveTo>
              <a:lnTo>
                <a:pt x="3199233" y="345856"/>
              </a:lnTo>
              <a:lnTo>
                <a:pt x="0" y="345856"/>
              </a:lnTo>
              <a:lnTo>
                <a:pt x="0" y="50751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A235BB-8FB6-4CF3-8F9A-B0E6ADD9D029}">
      <dsp:nvSpPr>
        <dsp:cNvPr id="0" name=""/>
        <dsp:cNvSpPr/>
      </dsp:nvSpPr>
      <dsp:spPr>
        <a:xfrm>
          <a:off x="3201677" y="447572"/>
          <a:ext cx="1745036" cy="11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159B2F-F9F6-437C-82BE-55B45363E770}">
      <dsp:nvSpPr>
        <dsp:cNvPr id="0" name=""/>
        <dsp:cNvSpPr/>
      </dsp:nvSpPr>
      <dsp:spPr>
        <a:xfrm>
          <a:off x="3395570" y="631770"/>
          <a:ext cx="1745036" cy="11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ANALYTICS</a:t>
          </a:r>
          <a:endParaRPr lang="en-US" sz="1900" b="1" kern="1200" dirty="0"/>
        </a:p>
      </dsp:txBody>
      <dsp:txXfrm>
        <a:off x="3428025" y="664225"/>
        <a:ext cx="1680126" cy="1043188"/>
      </dsp:txXfrm>
    </dsp:sp>
    <dsp:sp modelId="{9482909F-769E-4575-AA15-90B14F9390D8}">
      <dsp:nvSpPr>
        <dsp:cNvPr id="0" name=""/>
        <dsp:cNvSpPr/>
      </dsp:nvSpPr>
      <dsp:spPr>
        <a:xfrm>
          <a:off x="2444" y="2063185"/>
          <a:ext cx="1745036" cy="11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96BFD-7F6C-4F45-BD1C-E4927D7CA004}">
      <dsp:nvSpPr>
        <dsp:cNvPr id="0" name=""/>
        <dsp:cNvSpPr/>
      </dsp:nvSpPr>
      <dsp:spPr>
        <a:xfrm>
          <a:off x="196336" y="2247383"/>
          <a:ext cx="1745036" cy="11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DESCRIPTIVE</a:t>
          </a:r>
          <a:endParaRPr lang="en-US" sz="1900" kern="1200" dirty="0"/>
        </a:p>
      </dsp:txBody>
      <dsp:txXfrm>
        <a:off x="228791" y="2279838"/>
        <a:ext cx="1680126" cy="1043188"/>
      </dsp:txXfrm>
    </dsp:sp>
    <dsp:sp modelId="{98A9EA6C-3F3B-4261-87D9-D933BA924103}">
      <dsp:nvSpPr>
        <dsp:cNvPr id="0" name=""/>
        <dsp:cNvSpPr/>
      </dsp:nvSpPr>
      <dsp:spPr>
        <a:xfrm>
          <a:off x="2444" y="3678798"/>
          <a:ext cx="1745036" cy="11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A7DD8-36DD-4785-B505-EA75BC68DDD8}">
      <dsp:nvSpPr>
        <dsp:cNvPr id="0" name=""/>
        <dsp:cNvSpPr/>
      </dsp:nvSpPr>
      <dsp:spPr>
        <a:xfrm>
          <a:off x="196336" y="3862996"/>
          <a:ext cx="1745036" cy="11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WHAT HAPPENED</a:t>
          </a:r>
          <a:endParaRPr lang="en-US" sz="1900" kern="1200" dirty="0"/>
        </a:p>
      </dsp:txBody>
      <dsp:txXfrm>
        <a:off x="228791" y="3895451"/>
        <a:ext cx="1680126" cy="1043188"/>
      </dsp:txXfrm>
    </dsp:sp>
    <dsp:sp modelId="{E9C5CB29-F84A-4578-B2FA-1B3E5AB634E5}">
      <dsp:nvSpPr>
        <dsp:cNvPr id="0" name=""/>
        <dsp:cNvSpPr/>
      </dsp:nvSpPr>
      <dsp:spPr>
        <a:xfrm>
          <a:off x="2135266" y="2063185"/>
          <a:ext cx="1745036" cy="11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F98FD-B1A1-4BFA-B94A-4F04AE872E32}">
      <dsp:nvSpPr>
        <dsp:cNvPr id="0" name=""/>
        <dsp:cNvSpPr/>
      </dsp:nvSpPr>
      <dsp:spPr>
        <a:xfrm>
          <a:off x="2329159" y="2247383"/>
          <a:ext cx="1745036" cy="11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DIAGNOSTIC</a:t>
          </a:r>
          <a:endParaRPr lang="en-US" sz="1900" kern="1200" dirty="0"/>
        </a:p>
      </dsp:txBody>
      <dsp:txXfrm>
        <a:off x="2361614" y="2279838"/>
        <a:ext cx="1680126" cy="1043188"/>
      </dsp:txXfrm>
    </dsp:sp>
    <dsp:sp modelId="{4B34B125-FADD-49C0-88D1-4258669A0D74}">
      <dsp:nvSpPr>
        <dsp:cNvPr id="0" name=""/>
        <dsp:cNvSpPr/>
      </dsp:nvSpPr>
      <dsp:spPr>
        <a:xfrm>
          <a:off x="2135266" y="3678798"/>
          <a:ext cx="1745036" cy="11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FE839E-3F59-4458-865E-B596EC401603}">
      <dsp:nvSpPr>
        <dsp:cNvPr id="0" name=""/>
        <dsp:cNvSpPr/>
      </dsp:nvSpPr>
      <dsp:spPr>
        <a:xfrm>
          <a:off x="2329159" y="3862996"/>
          <a:ext cx="1745036" cy="11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WHY DID IT HAPPEN</a:t>
          </a:r>
          <a:endParaRPr lang="en-US" sz="1900" kern="1200" dirty="0"/>
        </a:p>
      </dsp:txBody>
      <dsp:txXfrm>
        <a:off x="2361614" y="3895451"/>
        <a:ext cx="1680126" cy="1043188"/>
      </dsp:txXfrm>
    </dsp:sp>
    <dsp:sp modelId="{3572D1DB-B191-471E-A5C1-8D8D2228D1EA}">
      <dsp:nvSpPr>
        <dsp:cNvPr id="0" name=""/>
        <dsp:cNvSpPr/>
      </dsp:nvSpPr>
      <dsp:spPr>
        <a:xfrm>
          <a:off x="4268088" y="2063185"/>
          <a:ext cx="1745036" cy="11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CF9B8B-A478-49D4-B6F4-90DB74B7BA29}">
      <dsp:nvSpPr>
        <dsp:cNvPr id="0" name=""/>
        <dsp:cNvSpPr/>
      </dsp:nvSpPr>
      <dsp:spPr>
        <a:xfrm>
          <a:off x="4461981" y="2247383"/>
          <a:ext cx="1745036" cy="11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PREDICTIVE</a:t>
          </a:r>
          <a:endParaRPr lang="en-US" sz="1900" kern="1200" dirty="0"/>
        </a:p>
      </dsp:txBody>
      <dsp:txXfrm>
        <a:off x="4494436" y="2279838"/>
        <a:ext cx="1680126" cy="1043188"/>
      </dsp:txXfrm>
    </dsp:sp>
    <dsp:sp modelId="{D9AFDE8A-EC19-49B6-B3A6-382F71346684}">
      <dsp:nvSpPr>
        <dsp:cNvPr id="0" name=""/>
        <dsp:cNvSpPr/>
      </dsp:nvSpPr>
      <dsp:spPr>
        <a:xfrm>
          <a:off x="4151711" y="3479285"/>
          <a:ext cx="1745036" cy="11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F66BF8-E985-42AE-AF39-E0CE82274DF6}">
      <dsp:nvSpPr>
        <dsp:cNvPr id="0" name=""/>
        <dsp:cNvSpPr/>
      </dsp:nvSpPr>
      <dsp:spPr>
        <a:xfrm>
          <a:off x="4345604" y="3663483"/>
          <a:ext cx="1745036" cy="11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WHAT IS LIKELY TO HAPPEN</a:t>
          </a:r>
          <a:endParaRPr lang="en-US" sz="1900" kern="1200" dirty="0"/>
        </a:p>
      </dsp:txBody>
      <dsp:txXfrm>
        <a:off x="4378059" y="3695938"/>
        <a:ext cx="1680126" cy="1043188"/>
      </dsp:txXfrm>
    </dsp:sp>
    <dsp:sp modelId="{9D6D9F6C-6491-4996-A609-0A5FFE5375F4}">
      <dsp:nvSpPr>
        <dsp:cNvPr id="0" name=""/>
        <dsp:cNvSpPr/>
      </dsp:nvSpPr>
      <dsp:spPr>
        <a:xfrm>
          <a:off x="6400910" y="2063185"/>
          <a:ext cx="1745036" cy="11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F4A6E8-D927-470D-BED9-5C375BC5D937}">
      <dsp:nvSpPr>
        <dsp:cNvPr id="0" name=""/>
        <dsp:cNvSpPr/>
      </dsp:nvSpPr>
      <dsp:spPr>
        <a:xfrm>
          <a:off x="6594803" y="2247383"/>
          <a:ext cx="1745036" cy="11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PRESCRIPTIVE</a:t>
          </a:r>
          <a:endParaRPr lang="en-US" sz="1900" kern="1200" dirty="0"/>
        </a:p>
      </dsp:txBody>
      <dsp:txXfrm>
        <a:off x="6627258" y="2279838"/>
        <a:ext cx="1680126" cy="1043188"/>
      </dsp:txXfrm>
    </dsp:sp>
    <dsp:sp modelId="{2FAB438E-F9DA-44C5-96A1-4BE7699F51DE}">
      <dsp:nvSpPr>
        <dsp:cNvPr id="0" name=""/>
        <dsp:cNvSpPr/>
      </dsp:nvSpPr>
      <dsp:spPr>
        <a:xfrm>
          <a:off x="6400910" y="3678798"/>
          <a:ext cx="1745036" cy="110809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9E46D1-D328-44A3-9A0A-15DD11FEDF3E}">
      <dsp:nvSpPr>
        <dsp:cNvPr id="0" name=""/>
        <dsp:cNvSpPr/>
      </dsp:nvSpPr>
      <dsp:spPr>
        <a:xfrm>
          <a:off x="6594803" y="3862996"/>
          <a:ext cx="1745036" cy="110809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WHAT SHOULD WE DO</a:t>
          </a:r>
          <a:endParaRPr lang="en-US" sz="1900" kern="1200" dirty="0"/>
        </a:p>
      </dsp:txBody>
      <dsp:txXfrm>
        <a:off x="6627258" y="3895451"/>
        <a:ext cx="1680126" cy="10431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BAB16-2107-4627-9BAE-15D1DC78D8D0}">
      <dsp:nvSpPr>
        <dsp:cNvPr id="0" name=""/>
        <dsp:cNvSpPr/>
      </dsp:nvSpPr>
      <dsp:spPr>
        <a:xfrm>
          <a:off x="7349672" y="3012254"/>
          <a:ext cx="2277002" cy="5009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388"/>
              </a:lnTo>
              <a:lnTo>
                <a:pt x="2277002" y="341388"/>
              </a:lnTo>
              <a:lnTo>
                <a:pt x="2277002" y="50095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22F745-8585-4ADF-BB17-09CCC8B4F2E2}">
      <dsp:nvSpPr>
        <dsp:cNvPr id="0" name=""/>
        <dsp:cNvSpPr/>
      </dsp:nvSpPr>
      <dsp:spPr>
        <a:xfrm>
          <a:off x="7303952" y="3012254"/>
          <a:ext cx="91440" cy="5009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095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1A28D4-729D-4D46-A725-505E804A9543}">
      <dsp:nvSpPr>
        <dsp:cNvPr id="0" name=""/>
        <dsp:cNvSpPr/>
      </dsp:nvSpPr>
      <dsp:spPr>
        <a:xfrm>
          <a:off x="5072669" y="3012254"/>
          <a:ext cx="2277002" cy="500958"/>
        </a:xfrm>
        <a:custGeom>
          <a:avLst/>
          <a:gdLst/>
          <a:ahLst/>
          <a:cxnLst/>
          <a:rect l="0" t="0" r="0" b="0"/>
          <a:pathLst>
            <a:path>
              <a:moveTo>
                <a:pt x="2277002" y="0"/>
              </a:moveTo>
              <a:lnTo>
                <a:pt x="2277002" y="341388"/>
              </a:lnTo>
              <a:lnTo>
                <a:pt x="0" y="341388"/>
              </a:lnTo>
              <a:lnTo>
                <a:pt x="0" y="50095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8E5384-0DDE-4D5B-B745-55608089C6B4}">
      <dsp:nvSpPr>
        <dsp:cNvPr id="0" name=""/>
        <dsp:cNvSpPr/>
      </dsp:nvSpPr>
      <dsp:spPr>
        <a:xfrm>
          <a:off x="4711978" y="1417512"/>
          <a:ext cx="2637694" cy="5009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388"/>
              </a:lnTo>
              <a:lnTo>
                <a:pt x="2637694" y="341388"/>
              </a:lnTo>
              <a:lnTo>
                <a:pt x="2637694" y="500958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2A9F66-D6A3-4F1D-A6EE-C61334ADF297}">
      <dsp:nvSpPr>
        <dsp:cNvPr id="0" name=""/>
        <dsp:cNvSpPr/>
      </dsp:nvSpPr>
      <dsp:spPr>
        <a:xfrm>
          <a:off x="1914763" y="3012254"/>
          <a:ext cx="1052635" cy="5009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388"/>
              </a:lnTo>
              <a:lnTo>
                <a:pt x="1052635" y="341388"/>
              </a:lnTo>
              <a:lnTo>
                <a:pt x="1052635" y="50095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1A2AFD-4659-4104-8CAD-594D2D15DA8D}">
      <dsp:nvSpPr>
        <dsp:cNvPr id="0" name=""/>
        <dsp:cNvSpPr/>
      </dsp:nvSpPr>
      <dsp:spPr>
        <a:xfrm>
          <a:off x="862128" y="3012254"/>
          <a:ext cx="1052635" cy="500958"/>
        </a:xfrm>
        <a:custGeom>
          <a:avLst/>
          <a:gdLst/>
          <a:ahLst/>
          <a:cxnLst/>
          <a:rect l="0" t="0" r="0" b="0"/>
          <a:pathLst>
            <a:path>
              <a:moveTo>
                <a:pt x="1052635" y="0"/>
              </a:moveTo>
              <a:lnTo>
                <a:pt x="1052635" y="341388"/>
              </a:lnTo>
              <a:lnTo>
                <a:pt x="0" y="341388"/>
              </a:lnTo>
              <a:lnTo>
                <a:pt x="0" y="500958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051EA4-395E-49CE-9B9A-9C115515610F}">
      <dsp:nvSpPr>
        <dsp:cNvPr id="0" name=""/>
        <dsp:cNvSpPr/>
      </dsp:nvSpPr>
      <dsp:spPr>
        <a:xfrm>
          <a:off x="1914763" y="1417512"/>
          <a:ext cx="2797214" cy="500958"/>
        </a:xfrm>
        <a:custGeom>
          <a:avLst/>
          <a:gdLst/>
          <a:ahLst/>
          <a:cxnLst/>
          <a:rect l="0" t="0" r="0" b="0"/>
          <a:pathLst>
            <a:path>
              <a:moveTo>
                <a:pt x="2797214" y="0"/>
              </a:moveTo>
              <a:lnTo>
                <a:pt x="2797214" y="341388"/>
              </a:lnTo>
              <a:lnTo>
                <a:pt x="0" y="341388"/>
              </a:lnTo>
              <a:lnTo>
                <a:pt x="0" y="500958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0CFE3D-360C-463C-BE46-59CA77C77D0F}">
      <dsp:nvSpPr>
        <dsp:cNvPr id="0" name=""/>
        <dsp:cNvSpPr/>
      </dsp:nvSpPr>
      <dsp:spPr>
        <a:xfrm>
          <a:off x="3850731" y="323728"/>
          <a:ext cx="1722493" cy="1093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1C264-FA6F-413C-B6B2-937D79FCB7D4}">
      <dsp:nvSpPr>
        <dsp:cNvPr id="0" name=""/>
        <dsp:cNvSpPr/>
      </dsp:nvSpPr>
      <dsp:spPr>
        <a:xfrm>
          <a:off x="4042119" y="505547"/>
          <a:ext cx="1722493" cy="10937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ML</a:t>
          </a:r>
          <a:endParaRPr lang="en-US" sz="3600" kern="1200" dirty="0"/>
        </a:p>
      </dsp:txBody>
      <dsp:txXfrm>
        <a:off x="4074155" y="537583"/>
        <a:ext cx="1658421" cy="1029711"/>
      </dsp:txXfrm>
    </dsp:sp>
    <dsp:sp modelId="{C32CA01B-3A2A-491E-8D6F-84FE248F988C}">
      <dsp:nvSpPr>
        <dsp:cNvPr id="0" name=""/>
        <dsp:cNvSpPr/>
      </dsp:nvSpPr>
      <dsp:spPr>
        <a:xfrm>
          <a:off x="1053516" y="1918470"/>
          <a:ext cx="1722493" cy="1093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41D1E6-26E5-40CF-9920-AD8A68D187BB}">
      <dsp:nvSpPr>
        <dsp:cNvPr id="0" name=""/>
        <dsp:cNvSpPr/>
      </dsp:nvSpPr>
      <dsp:spPr>
        <a:xfrm>
          <a:off x="1244905" y="2100289"/>
          <a:ext cx="1722493" cy="10937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SUPERVISED</a:t>
          </a:r>
          <a:endParaRPr lang="en-US" sz="2000" b="1" kern="1200" dirty="0"/>
        </a:p>
      </dsp:txBody>
      <dsp:txXfrm>
        <a:off x="1276941" y="2132325"/>
        <a:ext cx="1658421" cy="1029711"/>
      </dsp:txXfrm>
    </dsp:sp>
    <dsp:sp modelId="{B4E83968-06A3-4CB4-BCB3-6EDEDB634BDC}">
      <dsp:nvSpPr>
        <dsp:cNvPr id="0" name=""/>
        <dsp:cNvSpPr/>
      </dsp:nvSpPr>
      <dsp:spPr>
        <a:xfrm>
          <a:off x="881" y="3513213"/>
          <a:ext cx="1722493" cy="1093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5F4C8-E994-4617-89A7-B9B92D1DFEEE}">
      <dsp:nvSpPr>
        <dsp:cNvPr id="0" name=""/>
        <dsp:cNvSpPr/>
      </dsp:nvSpPr>
      <dsp:spPr>
        <a:xfrm>
          <a:off x="192270" y="3695031"/>
          <a:ext cx="1722493" cy="10937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REGRESSION</a:t>
          </a:r>
          <a:r>
            <a:rPr lang="en-US" sz="1600" kern="1200" dirty="0" smtClean="0"/>
            <a:t>	</a:t>
          </a:r>
          <a:endParaRPr lang="en-US" sz="1600" kern="1200" dirty="0"/>
        </a:p>
      </dsp:txBody>
      <dsp:txXfrm>
        <a:off x="224306" y="3727067"/>
        <a:ext cx="1658421" cy="1029711"/>
      </dsp:txXfrm>
    </dsp:sp>
    <dsp:sp modelId="{1F34AD5D-1CB7-4F8D-8DE3-961678252161}">
      <dsp:nvSpPr>
        <dsp:cNvPr id="0" name=""/>
        <dsp:cNvSpPr/>
      </dsp:nvSpPr>
      <dsp:spPr>
        <a:xfrm>
          <a:off x="2106152" y="3513213"/>
          <a:ext cx="1722493" cy="1093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29ABE2-2AF4-4721-8F6E-28BC1D858674}">
      <dsp:nvSpPr>
        <dsp:cNvPr id="0" name=""/>
        <dsp:cNvSpPr/>
      </dsp:nvSpPr>
      <dsp:spPr>
        <a:xfrm>
          <a:off x="2297540" y="3695031"/>
          <a:ext cx="1722493" cy="10937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CLASSIFICATION</a:t>
          </a:r>
          <a:endParaRPr lang="en-US" sz="1600" b="1" kern="1200" dirty="0"/>
        </a:p>
      </dsp:txBody>
      <dsp:txXfrm>
        <a:off x="2329576" y="3727067"/>
        <a:ext cx="1658421" cy="1029711"/>
      </dsp:txXfrm>
    </dsp:sp>
    <dsp:sp modelId="{DB323B1A-BCA0-4729-B3ED-B9F2FD47D2A9}">
      <dsp:nvSpPr>
        <dsp:cNvPr id="0" name=""/>
        <dsp:cNvSpPr/>
      </dsp:nvSpPr>
      <dsp:spPr>
        <a:xfrm>
          <a:off x="6328905" y="1918470"/>
          <a:ext cx="2041534" cy="1093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05A784-E3D5-42EB-9EA9-3A5B1941644F}">
      <dsp:nvSpPr>
        <dsp:cNvPr id="0" name=""/>
        <dsp:cNvSpPr/>
      </dsp:nvSpPr>
      <dsp:spPr>
        <a:xfrm>
          <a:off x="6520293" y="2100289"/>
          <a:ext cx="2041534" cy="10937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UNSUPERVISED</a:t>
          </a:r>
          <a:endParaRPr lang="en-US" sz="2000" b="1" kern="1200" dirty="0"/>
        </a:p>
      </dsp:txBody>
      <dsp:txXfrm>
        <a:off x="6552329" y="2132325"/>
        <a:ext cx="1977462" cy="1029711"/>
      </dsp:txXfrm>
    </dsp:sp>
    <dsp:sp modelId="{07B2292D-6800-4509-873F-9F095795017E}">
      <dsp:nvSpPr>
        <dsp:cNvPr id="0" name=""/>
        <dsp:cNvSpPr/>
      </dsp:nvSpPr>
      <dsp:spPr>
        <a:xfrm>
          <a:off x="4211422" y="3513213"/>
          <a:ext cx="1722493" cy="1093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0B2EE-5D46-4776-BB55-8FF3729BAEB7}">
      <dsp:nvSpPr>
        <dsp:cNvPr id="0" name=""/>
        <dsp:cNvSpPr/>
      </dsp:nvSpPr>
      <dsp:spPr>
        <a:xfrm>
          <a:off x="4402810" y="3695031"/>
          <a:ext cx="1722493" cy="10937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CLUSTERING</a:t>
          </a:r>
          <a:endParaRPr lang="en-US" sz="1800" b="1" kern="1200" dirty="0"/>
        </a:p>
      </dsp:txBody>
      <dsp:txXfrm>
        <a:off x="4434846" y="3727067"/>
        <a:ext cx="1658421" cy="1029711"/>
      </dsp:txXfrm>
    </dsp:sp>
    <dsp:sp modelId="{DAA67774-6656-4635-B666-B336FE792A07}">
      <dsp:nvSpPr>
        <dsp:cNvPr id="0" name=""/>
        <dsp:cNvSpPr/>
      </dsp:nvSpPr>
      <dsp:spPr>
        <a:xfrm>
          <a:off x="6316692" y="3513213"/>
          <a:ext cx="2065959" cy="1093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1BEA1-0D76-4791-8DD5-FE99256078F4}">
      <dsp:nvSpPr>
        <dsp:cNvPr id="0" name=""/>
        <dsp:cNvSpPr/>
      </dsp:nvSpPr>
      <dsp:spPr>
        <a:xfrm>
          <a:off x="6508080" y="3695031"/>
          <a:ext cx="2065959" cy="10937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RECONMENDATION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SYSTEM</a:t>
          </a:r>
          <a:endParaRPr lang="en-US" sz="1700" b="1" kern="1200" dirty="0"/>
        </a:p>
      </dsp:txBody>
      <dsp:txXfrm>
        <a:off x="6540116" y="3727067"/>
        <a:ext cx="2001887" cy="1029711"/>
      </dsp:txXfrm>
    </dsp:sp>
    <dsp:sp modelId="{7CADFEB6-9544-412D-BB95-625FED871E7B}">
      <dsp:nvSpPr>
        <dsp:cNvPr id="0" name=""/>
        <dsp:cNvSpPr/>
      </dsp:nvSpPr>
      <dsp:spPr>
        <a:xfrm>
          <a:off x="8765428" y="3513213"/>
          <a:ext cx="1722493" cy="1093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4374A-5B1F-48CA-B0CA-29B6B20AF9EA}">
      <dsp:nvSpPr>
        <dsp:cNvPr id="0" name=""/>
        <dsp:cNvSpPr/>
      </dsp:nvSpPr>
      <dsp:spPr>
        <a:xfrm>
          <a:off x="8956816" y="3695031"/>
          <a:ext cx="1722493" cy="10937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ASSOCIATION RULE MINING</a:t>
          </a:r>
          <a:endParaRPr lang="en-US" sz="1800" b="1" kern="1200" dirty="0"/>
        </a:p>
      </dsp:txBody>
      <dsp:txXfrm>
        <a:off x="8988852" y="3727067"/>
        <a:ext cx="1658421" cy="10297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D33098-6600-452B-8DA8-5326D653E0BB}">
      <dsp:nvSpPr>
        <dsp:cNvPr id="0" name=""/>
        <dsp:cNvSpPr/>
      </dsp:nvSpPr>
      <dsp:spPr>
        <a:xfrm>
          <a:off x="4733680" y="1693740"/>
          <a:ext cx="3717089" cy="589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1839"/>
              </a:lnTo>
              <a:lnTo>
                <a:pt x="3717089" y="401839"/>
              </a:lnTo>
              <a:lnTo>
                <a:pt x="3717089" y="589665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56DD96-7FD3-47A8-8AFA-A7289E2B231F}">
      <dsp:nvSpPr>
        <dsp:cNvPr id="0" name=""/>
        <dsp:cNvSpPr/>
      </dsp:nvSpPr>
      <dsp:spPr>
        <a:xfrm>
          <a:off x="5972710" y="3570870"/>
          <a:ext cx="1239029" cy="589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1839"/>
              </a:lnTo>
              <a:lnTo>
                <a:pt x="1239029" y="401839"/>
              </a:lnTo>
              <a:lnTo>
                <a:pt x="1239029" y="589665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B63CD9-CEED-424F-8D08-407488080E29}">
      <dsp:nvSpPr>
        <dsp:cNvPr id="0" name=""/>
        <dsp:cNvSpPr/>
      </dsp:nvSpPr>
      <dsp:spPr>
        <a:xfrm>
          <a:off x="4733680" y="3570870"/>
          <a:ext cx="1239029" cy="589665"/>
        </a:xfrm>
        <a:custGeom>
          <a:avLst/>
          <a:gdLst/>
          <a:ahLst/>
          <a:cxnLst/>
          <a:rect l="0" t="0" r="0" b="0"/>
          <a:pathLst>
            <a:path>
              <a:moveTo>
                <a:pt x="1239029" y="0"/>
              </a:moveTo>
              <a:lnTo>
                <a:pt x="1239029" y="401839"/>
              </a:lnTo>
              <a:lnTo>
                <a:pt x="0" y="401839"/>
              </a:lnTo>
              <a:lnTo>
                <a:pt x="0" y="589665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91F40E-D073-43CB-A1D9-821CE4EC54F2}">
      <dsp:nvSpPr>
        <dsp:cNvPr id="0" name=""/>
        <dsp:cNvSpPr/>
      </dsp:nvSpPr>
      <dsp:spPr>
        <a:xfrm>
          <a:off x="4733680" y="1693740"/>
          <a:ext cx="1239029" cy="5896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1839"/>
              </a:lnTo>
              <a:lnTo>
                <a:pt x="1239029" y="401839"/>
              </a:lnTo>
              <a:lnTo>
                <a:pt x="1239029" y="589665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7AA0A4-710D-4932-AC12-7B77330487A7}">
      <dsp:nvSpPr>
        <dsp:cNvPr id="0" name=""/>
        <dsp:cNvSpPr/>
      </dsp:nvSpPr>
      <dsp:spPr>
        <a:xfrm>
          <a:off x="3494650" y="1693740"/>
          <a:ext cx="1239029" cy="589665"/>
        </a:xfrm>
        <a:custGeom>
          <a:avLst/>
          <a:gdLst/>
          <a:ahLst/>
          <a:cxnLst/>
          <a:rect l="0" t="0" r="0" b="0"/>
          <a:pathLst>
            <a:path>
              <a:moveTo>
                <a:pt x="1239029" y="0"/>
              </a:moveTo>
              <a:lnTo>
                <a:pt x="1239029" y="401839"/>
              </a:lnTo>
              <a:lnTo>
                <a:pt x="0" y="401839"/>
              </a:lnTo>
              <a:lnTo>
                <a:pt x="0" y="589665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391009-B83E-4088-A50D-EA21CF6B8C81}">
      <dsp:nvSpPr>
        <dsp:cNvPr id="0" name=""/>
        <dsp:cNvSpPr/>
      </dsp:nvSpPr>
      <dsp:spPr>
        <a:xfrm>
          <a:off x="1016591" y="1693740"/>
          <a:ext cx="3717089" cy="589665"/>
        </a:xfrm>
        <a:custGeom>
          <a:avLst/>
          <a:gdLst/>
          <a:ahLst/>
          <a:cxnLst/>
          <a:rect l="0" t="0" r="0" b="0"/>
          <a:pathLst>
            <a:path>
              <a:moveTo>
                <a:pt x="3717089" y="0"/>
              </a:moveTo>
              <a:lnTo>
                <a:pt x="3717089" y="401839"/>
              </a:lnTo>
              <a:lnTo>
                <a:pt x="0" y="401839"/>
              </a:lnTo>
              <a:lnTo>
                <a:pt x="0" y="589665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70C021-076F-47FF-BDE0-A9B4196F29E5}">
      <dsp:nvSpPr>
        <dsp:cNvPr id="0" name=""/>
        <dsp:cNvSpPr/>
      </dsp:nvSpPr>
      <dsp:spPr>
        <a:xfrm>
          <a:off x="3719928" y="406276"/>
          <a:ext cx="2027503" cy="1287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98EFDE-FD68-43C1-BAAE-D60FAA7CB062}">
      <dsp:nvSpPr>
        <dsp:cNvPr id="0" name=""/>
        <dsp:cNvSpPr/>
      </dsp:nvSpPr>
      <dsp:spPr>
        <a:xfrm>
          <a:off x="3945206" y="620290"/>
          <a:ext cx="2027503" cy="1287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BASIC MATHS</a:t>
          </a:r>
          <a:endParaRPr lang="en-US" sz="2000" kern="1200" dirty="0"/>
        </a:p>
      </dsp:txBody>
      <dsp:txXfrm>
        <a:off x="3982915" y="657999"/>
        <a:ext cx="1952085" cy="1212046"/>
      </dsp:txXfrm>
    </dsp:sp>
    <dsp:sp modelId="{6F661AC0-5DA0-49F9-BAA7-5074975D40AF}">
      <dsp:nvSpPr>
        <dsp:cNvPr id="0" name=""/>
        <dsp:cNvSpPr/>
      </dsp:nvSpPr>
      <dsp:spPr>
        <a:xfrm>
          <a:off x="2839" y="2283406"/>
          <a:ext cx="2027503" cy="1287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BAA2B-ED4A-4850-900E-63A12BFDF0C0}">
      <dsp:nvSpPr>
        <dsp:cNvPr id="0" name=""/>
        <dsp:cNvSpPr/>
      </dsp:nvSpPr>
      <dsp:spPr>
        <a:xfrm>
          <a:off x="228117" y="2497420"/>
          <a:ext cx="2027503" cy="1287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LINEAR ALGEBRA</a:t>
          </a:r>
          <a:endParaRPr lang="en-US" sz="2000" kern="1200" dirty="0"/>
        </a:p>
      </dsp:txBody>
      <dsp:txXfrm>
        <a:off x="265826" y="2535129"/>
        <a:ext cx="1952085" cy="1212046"/>
      </dsp:txXfrm>
    </dsp:sp>
    <dsp:sp modelId="{443BB908-79AD-4EF0-8860-5FF26B53ED99}">
      <dsp:nvSpPr>
        <dsp:cNvPr id="0" name=""/>
        <dsp:cNvSpPr/>
      </dsp:nvSpPr>
      <dsp:spPr>
        <a:xfrm>
          <a:off x="2480899" y="2283406"/>
          <a:ext cx="2027503" cy="1287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E2F8FF-1176-4289-A3EE-A27F5679AADD}">
      <dsp:nvSpPr>
        <dsp:cNvPr id="0" name=""/>
        <dsp:cNvSpPr/>
      </dsp:nvSpPr>
      <dsp:spPr>
        <a:xfrm>
          <a:off x="2706177" y="2497420"/>
          <a:ext cx="2027503" cy="1287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PROBABILITY	</a:t>
          </a:r>
          <a:endParaRPr lang="en-US" sz="2000" kern="1200" dirty="0"/>
        </a:p>
      </dsp:txBody>
      <dsp:txXfrm>
        <a:off x="2743886" y="2535129"/>
        <a:ext cx="1952085" cy="1212046"/>
      </dsp:txXfrm>
    </dsp:sp>
    <dsp:sp modelId="{DE9A5764-F31E-400C-9AFC-69F55CE6D903}">
      <dsp:nvSpPr>
        <dsp:cNvPr id="0" name=""/>
        <dsp:cNvSpPr/>
      </dsp:nvSpPr>
      <dsp:spPr>
        <a:xfrm>
          <a:off x="4958958" y="2283406"/>
          <a:ext cx="2027503" cy="1287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9867F6-77FB-43B1-A815-C3B6E41412B5}">
      <dsp:nvSpPr>
        <dsp:cNvPr id="0" name=""/>
        <dsp:cNvSpPr/>
      </dsp:nvSpPr>
      <dsp:spPr>
        <a:xfrm>
          <a:off x="5184236" y="2497420"/>
          <a:ext cx="2027503" cy="1287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STATISTICS</a:t>
          </a:r>
          <a:endParaRPr lang="en-US" sz="2000" kern="1200" dirty="0"/>
        </a:p>
      </dsp:txBody>
      <dsp:txXfrm>
        <a:off x="5221945" y="2535129"/>
        <a:ext cx="1952085" cy="1212046"/>
      </dsp:txXfrm>
    </dsp:sp>
    <dsp:sp modelId="{6283A05E-11D8-42EE-9FCD-B0E3833D1667}">
      <dsp:nvSpPr>
        <dsp:cNvPr id="0" name=""/>
        <dsp:cNvSpPr/>
      </dsp:nvSpPr>
      <dsp:spPr>
        <a:xfrm>
          <a:off x="3719928" y="4160536"/>
          <a:ext cx="2027503" cy="1287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B05C7C-6AF3-43B8-B0B9-ED7F436E09D8}">
      <dsp:nvSpPr>
        <dsp:cNvPr id="0" name=""/>
        <dsp:cNvSpPr/>
      </dsp:nvSpPr>
      <dsp:spPr>
        <a:xfrm>
          <a:off x="3945206" y="4374550"/>
          <a:ext cx="2027503" cy="1287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DESCRIPTIVE</a:t>
          </a:r>
          <a:endParaRPr lang="en-US" sz="2000" kern="1200" dirty="0"/>
        </a:p>
      </dsp:txBody>
      <dsp:txXfrm>
        <a:off x="3982915" y="4412259"/>
        <a:ext cx="1952085" cy="1212046"/>
      </dsp:txXfrm>
    </dsp:sp>
    <dsp:sp modelId="{1BAE67F5-81EE-4344-890F-A553BAB8C336}">
      <dsp:nvSpPr>
        <dsp:cNvPr id="0" name=""/>
        <dsp:cNvSpPr/>
      </dsp:nvSpPr>
      <dsp:spPr>
        <a:xfrm>
          <a:off x="6197988" y="4160536"/>
          <a:ext cx="2027503" cy="1287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215C1-485A-4795-8B0A-A7A9C2430308}">
      <dsp:nvSpPr>
        <dsp:cNvPr id="0" name=""/>
        <dsp:cNvSpPr/>
      </dsp:nvSpPr>
      <dsp:spPr>
        <a:xfrm>
          <a:off x="6423266" y="4374550"/>
          <a:ext cx="2027503" cy="1287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INFERENTIAL</a:t>
          </a:r>
          <a:endParaRPr lang="en-US" sz="2000" kern="1200" dirty="0"/>
        </a:p>
      </dsp:txBody>
      <dsp:txXfrm>
        <a:off x="6460975" y="4412259"/>
        <a:ext cx="1952085" cy="1212046"/>
      </dsp:txXfrm>
    </dsp:sp>
    <dsp:sp modelId="{E5AC7260-72E5-4AE9-AEB0-80164DC8BB36}">
      <dsp:nvSpPr>
        <dsp:cNvPr id="0" name=""/>
        <dsp:cNvSpPr/>
      </dsp:nvSpPr>
      <dsp:spPr>
        <a:xfrm>
          <a:off x="7437018" y="2283406"/>
          <a:ext cx="2027503" cy="1287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08B044-6A9D-419C-BA71-8397813ACE65}">
      <dsp:nvSpPr>
        <dsp:cNvPr id="0" name=""/>
        <dsp:cNvSpPr/>
      </dsp:nvSpPr>
      <dsp:spPr>
        <a:xfrm>
          <a:off x="7662296" y="2497420"/>
          <a:ext cx="2027503" cy="1287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DISTRIBUTION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PERMUTATION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COMBINATION</a:t>
          </a:r>
          <a:endParaRPr lang="en-US" sz="2000" kern="1200" dirty="0"/>
        </a:p>
      </dsp:txBody>
      <dsp:txXfrm>
        <a:off x="7700005" y="2535129"/>
        <a:ext cx="1952085" cy="12120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886760-27C3-4E2B-BC80-D5FF657C6CCE}">
      <dsp:nvSpPr>
        <dsp:cNvPr id="0" name=""/>
        <dsp:cNvSpPr/>
      </dsp:nvSpPr>
      <dsp:spPr>
        <a:xfrm>
          <a:off x="6399645" y="5596636"/>
          <a:ext cx="58142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1429" y="4572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FB3EEA-9690-4358-B295-F33DE419EF23}">
      <dsp:nvSpPr>
        <dsp:cNvPr id="0" name=""/>
        <dsp:cNvSpPr/>
      </dsp:nvSpPr>
      <dsp:spPr>
        <a:xfrm>
          <a:off x="2911070" y="3142211"/>
          <a:ext cx="581429" cy="2500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0714" y="0"/>
              </a:lnTo>
              <a:lnTo>
                <a:pt x="290714" y="2500145"/>
              </a:lnTo>
              <a:lnTo>
                <a:pt x="581429" y="2500145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52AFCF-9F90-46FC-A994-723C2DED4B2E}">
      <dsp:nvSpPr>
        <dsp:cNvPr id="0" name=""/>
        <dsp:cNvSpPr/>
      </dsp:nvSpPr>
      <dsp:spPr>
        <a:xfrm>
          <a:off x="2911070" y="3142211"/>
          <a:ext cx="581429" cy="12500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0714" y="0"/>
              </a:lnTo>
              <a:lnTo>
                <a:pt x="290714" y="1250072"/>
              </a:lnTo>
              <a:lnTo>
                <a:pt x="581429" y="125007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EF4AA-9933-4F10-9057-20BB7F2FA12B}">
      <dsp:nvSpPr>
        <dsp:cNvPr id="0" name=""/>
        <dsp:cNvSpPr/>
      </dsp:nvSpPr>
      <dsp:spPr>
        <a:xfrm>
          <a:off x="6399645" y="3142210"/>
          <a:ext cx="581429" cy="6250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90714" y="0"/>
              </a:lnTo>
              <a:lnTo>
                <a:pt x="290714" y="625036"/>
              </a:lnTo>
              <a:lnTo>
                <a:pt x="581429" y="625036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B56C9B-C909-4B72-9716-DE935C96D67C}">
      <dsp:nvSpPr>
        <dsp:cNvPr id="0" name=""/>
        <dsp:cNvSpPr/>
      </dsp:nvSpPr>
      <dsp:spPr>
        <a:xfrm>
          <a:off x="6399645" y="2517174"/>
          <a:ext cx="581429" cy="625036"/>
        </a:xfrm>
        <a:custGeom>
          <a:avLst/>
          <a:gdLst/>
          <a:ahLst/>
          <a:cxnLst/>
          <a:rect l="0" t="0" r="0" b="0"/>
          <a:pathLst>
            <a:path>
              <a:moveTo>
                <a:pt x="0" y="625036"/>
              </a:moveTo>
              <a:lnTo>
                <a:pt x="290714" y="625036"/>
              </a:lnTo>
              <a:lnTo>
                <a:pt x="290714" y="0"/>
              </a:lnTo>
              <a:lnTo>
                <a:pt x="581429" y="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CA1C09-5DCB-4428-979B-D308EA3AAD19}">
      <dsp:nvSpPr>
        <dsp:cNvPr id="0" name=""/>
        <dsp:cNvSpPr/>
      </dsp:nvSpPr>
      <dsp:spPr>
        <a:xfrm>
          <a:off x="2911070" y="3096490"/>
          <a:ext cx="58142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1429" y="4572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692FFC-BFE2-4686-997E-AD2C16C2B147}">
      <dsp:nvSpPr>
        <dsp:cNvPr id="0" name=""/>
        <dsp:cNvSpPr/>
      </dsp:nvSpPr>
      <dsp:spPr>
        <a:xfrm>
          <a:off x="2911070" y="1892138"/>
          <a:ext cx="581429" cy="1250072"/>
        </a:xfrm>
        <a:custGeom>
          <a:avLst/>
          <a:gdLst/>
          <a:ahLst/>
          <a:cxnLst/>
          <a:rect l="0" t="0" r="0" b="0"/>
          <a:pathLst>
            <a:path>
              <a:moveTo>
                <a:pt x="0" y="1250072"/>
              </a:moveTo>
              <a:lnTo>
                <a:pt x="290714" y="1250072"/>
              </a:lnTo>
              <a:lnTo>
                <a:pt x="290714" y="0"/>
              </a:lnTo>
              <a:lnTo>
                <a:pt x="581429" y="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846FCA-A92F-4C5D-B1BF-488FD512BD45}">
      <dsp:nvSpPr>
        <dsp:cNvPr id="0" name=""/>
        <dsp:cNvSpPr/>
      </dsp:nvSpPr>
      <dsp:spPr>
        <a:xfrm>
          <a:off x="2911070" y="642065"/>
          <a:ext cx="581429" cy="2500145"/>
        </a:xfrm>
        <a:custGeom>
          <a:avLst/>
          <a:gdLst/>
          <a:ahLst/>
          <a:cxnLst/>
          <a:rect l="0" t="0" r="0" b="0"/>
          <a:pathLst>
            <a:path>
              <a:moveTo>
                <a:pt x="0" y="2500145"/>
              </a:moveTo>
              <a:lnTo>
                <a:pt x="290714" y="2500145"/>
              </a:lnTo>
              <a:lnTo>
                <a:pt x="290714" y="0"/>
              </a:lnTo>
              <a:lnTo>
                <a:pt x="581429" y="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4EA2EA-16D7-4A7A-9D91-62248B440591}">
      <dsp:nvSpPr>
        <dsp:cNvPr id="0" name=""/>
        <dsp:cNvSpPr/>
      </dsp:nvSpPr>
      <dsp:spPr>
        <a:xfrm>
          <a:off x="3924" y="2698871"/>
          <a:ext cx="2907145" cy="8866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DATA PREPROCESSING</a:t>
          </a:r>
          <a:endParaRPr lang="en-US" sz="3100" kern="1200" dirty="0"/>
        </a:p>
      </dsp:txBody>
      <dsp:txXfrm>
        <a:off x="3924" y="2698871"/>
        <a:ext cx="2907145" cy="886679"/>
      </dsp:txXfrm>
    </dsp:sp>
    <dsp:sp modelId="{69ABB533-03E5-4B2D-AFAB-C07F4D30605D}">
      <dsp:nvSpPr>
        <dsp:cNvPr id="0" name=""/>
        <dsp:cNvSpPr/>
      </dsp:nvSpPr>
      <dsp:spPr>
        <a:xfrm>
          <a:off x="3492499" y="198725"/>
          <a:ext cx="2907145" cy="8866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HANDLING MISSING VALUE</a:t>
          </a:r>
          <a:endParaRPr lang="en-US" sz="3100" kern="1200" dirty="0"/>
        </a:p>
      </dsp:txBody>
      <dsp:txXfrm>
        <a:off x="3492499" y="198725"/>
        <a:ext cx="2907145" cy="886679"/>
      </dsp:txXfrm>
    </dsp:sp>
    <dsp:sp modelId="{803652D6-A5B4-4402-9490-CEC16AE36DD7}">
      <dsp:nvSpPr>
        <dsp:cNvPr id="0" name=""/>
        <dsp:cNvSpPr/>
      </dsp:nvSpPr>
      <dsp:spPr>
        <a:xfrm>
          <a:off x="3492499" y="1448798"/>
          <a:ext cx="2907145" cy="8866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OUTLIER TREATMENT</a:t>
          </a:r>
          <a:endParaRPr lang="en-US" sz="3100" kern="1200" dirty="0"/>
        </a:p>
      </dsp:txBody>
      <dsp:txXfrm>
        <a:off x="3492499" y="1448798"/>
        <a:ext cx="2907145" cy="886679"/>
      </dsp:txXfrm>
    </dsp:sp>
    <dsp:sp modelId="{8666DE8B-A9E5-402B-9325-9AD54F00F00A}">
      <dsp:nvSpPr>
        <dsp:cNvPr id="0" name=""/>
        <dsp:cNvSpPr/>
      </dsp:nvSpPr>
      <dsp:spPr>
        <a:xfrm>
          <a:off x="3492499" y="2698871"/>
          <a:ext cx="2907145" cy="8866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ENCODING</a:t>
          </a:r>
          <a:endParaRPr lang="en-US" sz="3100" kern="1200" dirty="0"/>
        </a:p>
      </dsp:txBody>
      <dsp:txXfrm>
        <a:off x="3492499" y="2698871"/>
        <a:ext cx="2907145" cy="886679"/>
      </dsp:txXfrm>
    </dsp:sp>
    <dsp:sp modelId="{9D72CEED-CCDA-4390-84F1-A0C6C13667A5}">
      <dsp:nvSpPr>
        <dsp:cNvPr id="0" name=""/>
        <dsp:cNvSpPr/>
      </dsp:nvSpPr>
      <dsp:spPr>
        <a:xfrm>
          <a:off x="6981074" y="2073834"/>
          <a:ext cx="2907145" cy="8866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LABEL ENCODER</a:t>
          </a:r>
          <a:endParaRPr lang="en-US" sz="3100" kern="1200" dirty="0"/>
        </a:p>
      </dsp:txBody>
      <dsp:txXfrm>
        <a:off x="6981074" y="2073834"/>
        <a:ext cx="2907145" cy="886679"/>
      </dsp:txXfrm>
    </dsp:sp>
    <dsp:sp modelId="{ACF761E7-8EFD-4B49-89F0-8B319E5B6D83}">
      <dsp:nvSpPr>
        <dsp:cNvPr id="0" name=""/>
        <dsp:cNvSpPr/>
      </dsp:nvSpPr>
      <dsp:spPr>
        <a:xfrm>
          <a:off x="6981074" y="3323907"/>
          <a:ext cx="2907145" cy="8866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ONE HOT ENCODER</a:t>
          </a:r>
          <a:endParaRPr lang="en-US" sz="3100" kern="1200" dirty="0"/>
        </a:p>
      </dsp:txBody>
      <dsp:txXfrm>
        <a:off x="6981074" y="3323907"/>
        <a:ext cx="2907145" cy="886679"/>
      </dsp:txXfrm>
    </dsp:sp>
    <dsp:sp modelId="{7313B0F6-D6DC-46A6-AC7E-302D7373A7A4}">
      <dsp:nvSpPr>
        <dsp:cNvPr id="0" name=""/>
        <dsp:cNvSpPr/>
      </dsp:nvSpPr>
      <dsp:spPr>
        <a:xfrm>
          <a:off x="3492499" y="3948943"/>
          <a:ext cx="2907145" cy="8866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FEATURE SCALING</a:t>
          </a:r>
          <a:endParaRPr lang="en-US" sz="3100" kern="1200" dirty="0"/>
        </a:p>
      </dsp:txBody>
      <dsp:txXfrm>
        <a:off x="3492499" y="3948943"/>
        <a:ext cx="2907145" cy="886679"/>
      </dsp:txXfrm>
    </dsp:sp>
    <dsp:sp modelId="{795EBDA6-2AD8-4E82-B4A4-2D740A9101B3}">
      <dsp:nvSpPr>
        <dsp:cNvPr id="0" name=""/>
        <dsp:cNvSpPr/>
      </dsp:nvSpPr>
      <dsp:spPr>
        <a:xfrm>
          <a:off x="3492499" y="5199016"/>
          <a:ext cx="2907145" cy="8866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IMBALANCE TREATMENT</a:t>
          </a:r>
          <a:endParaRPr lang="en-US" sz="3100" kern="1200" dirty="0"/>
        </a:p>
      </dsp:txBody>
      <dsp:txXfrm>
        <a:off x="3492499" y="5199016"/>
        <a:ext cx="2907145" cy="886679"/>
      </dsp:txXfrm>
    </dsp:sp>
    <dsp:sp modelId="{B8DF2B5E-F51B-40AC-BBD6-B839851AFADB}">
      <dsp:nvSpPr>
        <dsp:cNvPr id="0" name=""/>
        <dsp:cNvSpPr/>
      </dsp:nvSpPr>
      <dsp:spPr>
        <a:xfrm>
          <a:off x="6981074" y="5199016"/>
          <a:ext cx="2907145" cy="8866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ONLY FOR CLASSIFICATION</a:t>
          </a:r>
          <a:endParaRPr lang="en-US" sz="3100" kern="1200" dirty="0"/>
        </a:p>
      </dsp:txBody>
      <dsp:txXfrm>
        <a:off x="6981074" y="5199016"/>
        <a:ext cx="2907145" cy="8866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29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09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3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48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8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57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83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80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44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52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8896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77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8321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742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710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84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71079-BE3A-4AE9-9AED-346E80DE6B47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F3795E0-82F4-425D-91E5-FEB3299C3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7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90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96" y="5099980"/>
            <a:ext cx="8534400" cy="1507067"/>
          </a:xfrm>
        </p:spPr>
        <p:txBody>
          <a:bodyPr/>
          <a:lstStyle/>
          <a:p>
            <a:r>
              <a:rPr lang="en-US" b="1" dirty="0" smtClean="0"/>
              <a:t>Definition of Machine learning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8779828" cy="380153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ML is field of computer science/AI that uses statistics techniques to give computer/machine/system the ability to “learn” with data without being explicitly programmed</a:t>
            </a:r>
            <a:r>
              <a:rPr lang="en-US" sz="2400" b="1" dirty="0">
                <a:solidFill>
                  <a:schemeClr val="tx1"/>
                </a:solidFill>
              </a:rPr>
              <a:t>. —Arthur Samuel, 1959 </a:t>
            </a:r>
          </a:p>
          <a:p>
            <a:endParaRPr lang="en-US" sz="2400" b="1" dirty="0" smtClean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A </a:t>
            </a:r>
            <a:r>
              <a:rPr lang="en-US" sz="2400" b="1" dirty="0">
                <a:solidFill>
                  <a:schemeClr val="tx1"/>
                </a:solidFill>
              </a:rPr>
              <a:t>computer program is said to learn from experience E with respect to some task T and some performance measure P, if its performance on T, as measured by P, improves with experience E. —Tom Mitchell, 1997</a:t>
            </a:r>
          </a:p>
        </p:txBody>
      </p:sp>
    </p:spTree>
    <p:extLst>
      <p:ext uri="{BB962C8B-B14F-4D97-AF65-F5344CB8AC3E}">
        <p14:creationId xmlns:p14="http://schemas.microsoft.com/office/powerpoint/2010/main" val="520876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5285232"/>
            <a:ext cx="8534400" cy="709167"/>
          </a:xfrm>
        </p:spPr>
        <p:txBody>
          <a:bodyPr/>
          <a:lstStyle/>
          <a:p>
            <a:r>
              <a:rPr lang="en-US" b="1" dirty="0" smtClean="0"/>
              <a:t>Example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9685084" cy="4206240"/>
          </a:xfrm>
        </p:spPr>
        <p:txBody>
          <a:bodyPr>
            <a:normAutofit/>
          </a:bodyPr>
          <a:lstStyle/>
          <a:p>
            <a:r>
              <a:rPr lang="en-US" dirty="0" smtClean="0"/>
              <a:t>your </a:t>
            </a:r>
            <a:r>
              <a:rPr lang="en-US" dirty="0"/>
              <a:t>spam filter is a Machine Learning program that can learn to flag spam given examples of spam emails (e.g., flagged by users) and examples of regular (</a:t>
            </a:r>
            <a:r>
              <a:rPr lang="en-US" dirty="0" err="1"/>
              <a:t>nonspam</a:t>
            </a:r>
            <a:r>
              <a:rPr lang="en-US" dirty="0"/>
              <a:t>, also called “ham”) </a:t>
            </a:r>
            <a:r>
              <a:rPr lang="en-US" dirty="0" smtClean="0"/>
              <a:t>emails.</a:t>
            </a:r>
          </a:p>
          <a:p>
            <a:r>
              <a:rPr lang="en-US" dirty="0" smtClean="0"/>
              <a:t>The </a:t>
            </a:r>
            <a:r>
              <a:rPr lang="en-US" dirty="0"/>
              <a:t>examples that the system uses to learn are called the training set. Each training example is called a training instance (or sample</a:t>
            </a:r>
            <a:r>
              <a:rPr lang="en-US" dirty="0" smtClean="0"/>
              <a:t>).</a:t>
            </a:r>
          </a:p>
          <a:p>
            <a:r>
              <a:rPr lang="en-US" dirty="0" smtClean="0"/>
              <a:t> </a:t>
            </a:r>
            <a:r>
              <a:rPr lang="en-US" dirty="0"/>
              <a:t>In this case, </a:t>
            </a:r>
            <a:r>
              <a:rPr lang="en-US" b="1" dirty="0"/>
              <a:t>the task T </a:t>
            </a:r>
            <a:r>
              <a:rPr lang="en-US" dirty="0"/>
              <a:t>is to </a:t>
            </a:r>
            <a:r>
              <a:rPr lang="en-US" b="1" dirty="0"/>
              <a:t>flag spam for new emails</a:t>
            </a:r>
            <a:r>
              <a:rPr lang="en-US" dirty="0"/>
              <a:t>,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/>
              <a:t>experience E</a:t>
            </a:r>
            <a:r>
              <a:rPr lang="en-US" dirty="0"/>
              <a:t> is </a:t>
            </a:r>
            <a:r>
              <a:rPr lang="en-US" b="1" dirty="0"/>
              <a:t>the training data</a:t>
            </a:r>
            <a:r>
              <a:rPr lang="en-US" dirty="0"/>
              <a:t>, and the </a:t>
            </a:r>
            <a:r>
              <a:rPr lang="en-US" b="1" dirty="0"/>
              <a:t>performance measure P </a:t>
            </a:r>
            <a:r>
              <a:rPr lang="en-US" dirty="0"/>
              <a:t>needs to be defined; for example, you can use the ratio of correctly classified emails.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particular </a:t>
            </a:r>
            <a:r>
              <a:rPr lang="en-US" b="1" dirty="0"/>
              <a:t>performance measure is called accuracy </a:t>
            </a:r>
            <a:r>
              <a:rPr lang="en-US" dirty="0"/>
              <a:t>and it is often used in classification tasks.</a:t>
            </a:r>
          </a:p>
        </p:txBody>
      </p:sp>
    </p:spTree>
    <p:extLst>
      <p:ext uri="{BB962C8B-B14F-4D97-AF65-F5344CB8AC3E}">
        <p14:creationId xmlns:p14="http://schemas.microsoft.com/office/powerpoint/2010/main" val="3820067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218416" y="207457"/>
            <a:ext cx="92414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/>
              <a:t>AI :  Where AI is system or machine that THINK as well as ACT like human and rationally</a:t>
            </a:r>
            <a:endParaRPr lang="en-US" sz="28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82" y="1468219"/>
            <a:ext cx="7611735" cy="474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873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86406524"/>
              </p:ext>
            </p:extLst>
          </p:nvPr>
        </p:nvGraphicFramePr>
        <p:xfrm>
          <a:off x="645436" y="217577"/>
          <a:ext cx="8718019" cy="5287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7881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151921877"/>
              </p:ext>
            </p:extLst>
          </p:nvPr>
        </p:nvGraphicFramePr>
        <p:xfrm>
          <a:off x="751840" y="570037"/>
          <a:ext cx="834228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8814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219" y="6103763"/>
            <a:ext cx="8534400" cy="5445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Why Use Machine Learning?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71" y="73152"/>
            <a:ext cx="4622405" cy="27066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947" y="36576"/>
            <a:ext cx="4585829" cy="27797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2779776"/>
            <a:ext cx="1015898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Machine Learning is great for: </a:t>
            </a:r>
            <a:endParaRPr lang="en-US" sz="20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 </a:t>
            </a:r>
            <a:r>
              <a:rPr lang="en-US" sz="2000" dirty="0"/>
              <a:t>Problems for which existing solutions require a lot of hand-tuning or long lists of rules: one Machine Learning algorithm can often simplify code and perform </a:t>
            </a:r>
            <a:r>
              <a:rPr lang="en-US" sz="2000" dirty="0" smtClean="0"/>
              <a:t>better.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 </a:t>
            </a:r>
            <a:r>
              <a:rPr lang="en-US" sz="2000" dirty="0"/>
              <a:t>Complex problems for which there is no good solution at all using a traditional approach: the best Machine Learning techniques can find a solution. </a:t>
            </a:r>
            <a:endParaRPr lang="en-US" sz="20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 </a:t>
            </a:r>
            <a:r>
              <a:rPr lang="en-US" sz="2000" dirty="0"/>
              <a:t>Fluctuating environments: a Machine Learning system can adapt to new data. </a:t>
            </a:r>
            <a:endParaRPr lang="en-US" sz="20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smtClean="0"/>
              <a:t> </a:t>
            </a:r>
            <a:r>
              <a:rPr lang="en-US" sz="2000" dirty="0"/>
              <a:t>Getting insights about complex problems and large amounts of data. </a:t>
            </a:r>
          </a:p>
        </p:txBody>
      </p:sp>
    </p:spTree>
    <p:extLst>
      <p:ext uri="{BB962C8B-B14F-4D97-AF65-F5344CB8AC3E}">
        <p14:creationId xmlns:p14="http://schemas.microsoft.com/office/powerpoint/2010/main" val="2931386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175898008"/>
              </p:ext>
            </p:extLst>
          </p:nvPr>
        </p:nvGraphicFramePr>
        <p:xfrm>
          <a:off x="0" y="337281"/>
          <a:ext cx="10680192" cy="511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165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5129784"/>
            <a:ext cx="8534400" cy="864615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Classification of Machine Learning</a:t>
            </a:r>
            <a:endParaRPr lang="en-US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246" y="500785"/>
            <a:ext cx="7858873" cy="435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56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884" y="5650992"/>
            <a:ext cx="8534400" cy="1020063"/>
          </a:xfrm>
        </p:spPr>
        <p:txBody>
          <a:bodyPr/>
          <a:lstStyle/>
          <a:p>
            <a:r>
              <a:rPr lang="en-US" b="1" dirty="0"/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892" y="274321"/>
            <a:ext cx="8962708" cy="1106424"/>
          </a:xfrm>
        </p:spPr>
        <p:txBody>
          <a:bodyPr/>
          <a:lstStyle/>
          <a:p>
            <a:r>
              <a:rPr lang="en-US" dirty="0"/>
              <a:t>In supervised learning, the training data you feed to the algorithm includes the desired solutions, called labels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05" y="1380745"/>
            <a:ext cx="8337279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12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748" y="6163056"/>
            <a:ext cx="6676708" cy="626871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Supervised MACHINE LEARNING</a:t>
            </a:r>
            <a:endParaRPr lang="en-US" sz="32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48" y="40685"/>
            <a:ext cx="9134855" cy="612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49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79" y="681275"/>
            <a:ext cx="9235749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778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764" y="5895236"/>
            <a:ext cx="9337612" cy="9651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Life Cycle of Supervised Machine Learning: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64" y="103228"/>
            <a:ext cx="7374356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547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92" y="227627"/>
            <a:ext cx="7729060" cy="652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47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92" y="294344"/>
            <a:ext cx="8411084" cy="593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81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2" y="259154"/>
            <a:ext cx="9250952" cy="583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611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68" y="308218"/>
            <a:ext cx="8089795" cy="62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05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614403217"/>
              </p:ext>
            </p:extLst>
          </p:nvPr>
        </p:nvGraphicFramePr>
        <p:xfrm>
          <a:off x="133004" y="382385"/>
          <a:ext cx="9692639" cy="6068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7600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568156172"/>
              </p:ext>
            </p:extLst>
          </p:nvPr>
        </p:nvGraphicFramePr>
        <p:xfrm>
          <a:off x="232756" y="382386"/>
          <a:ext cx="9892145" cy="6284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4879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0318" y="967747"/>
            <a:ext cx="4788130" cy="1230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FF0000"/>
                </a:solidFill>
              </a:rPr>
              <a:t>STAGE 1: Identity The problem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Data Acquisition /Gathering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Source: Structure : Excel/Csv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</a:rPr>
              <a:t>Unstructured: Txt/Image/Video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18661" y="1005839"/>
            <a:ext cx="3674225" cy="989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STAGE 2: Identify Source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21382" y="1396538"/>
            <a:ext cx="1097280" cy="44888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 rot="5400000">
            <a:off x="7912278" y="2094158"/>
            <a:ext cx="702508" cy="44888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17802" y="2671159"/>
            <a:ext cx="3338946" cy="7980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STAGE 3: Preprocessing + EDA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2355273"/>
            <a:ext cx="5694908" cy="11471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STAGE 4 </a:t>
            </a:r>
          </a:p>
          <a:p>
            <a:pPr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Supervised ML: Independent/Dependent Variable</a:t>
            </a:r>
          </a:p>
          <a:p>
            <a:pPr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Unsupervised ML: Independent/No Dependent Variable</a:t>
            </a:r>
          </a:p>
        </p:txBody>
      </p:sp>
      <p:sp>
        <p:nvSpPr>
          <p:cNvPr id="11" name="Right Arrow 10"/>
          <p:cNvSpPr/>
          <p:nvPr/>
        </p:nvSpPr>
        <p:spPr>
          <a:xfrm rot="10800000">
            <a:off x="5746168" y="2828688"/>
            <a:ext cx="1097280" cy="44970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1862" y="3962402"/>
            <a:ext cx="4293250" cy="9715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STAGE 5 : For supervised learning</a:t>
            </a:r>
          </a:p>
          <a:p>
            <a:pPr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Split Data: Independent/Dependent</a:t>
            </a:r>
          </a:p>
          <a:p>
            <a:pPr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Split Data: Training /Testing</a:t>
            </a:r>
          </a:p>
        </p:txBody>
      </p:sp>
      <p:sp>
        <p:nvSpPr>
          <p:cNvPr id="13" name="Right Arrow 12"/>
          <p:cNvSpPr/>
          <p:nvPr/>
        </p:nvSpPr>
        <p:spPr>
          <a:xfrm rot="5400000">
            <a:off x="1009302" y="3530833"/>
            <a:ext cx="548641" cy="425335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 rot="5400000">
            <a:off x="1044219" y="5089769"/>
            <a:ext cx="721262" cy="50541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7752" y="5727299"/>
            <a:ext cx="2809702" cy="7614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STAGE 6 : Building Model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11503" y="5935571"/>
            <a:ext cx="1097280" cy="44888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882248" y="5666446"/>
            <a:ext cx="2542303" cy="822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STAGE 7: Prediction (Based  on  Test Data Set</a:t>
            </a:r>
          </a:p>
        </p:txBody>
      </p:sp>
      <p:sp>
        <p:nvSpPr>
          <p:cNvPr id="18" name="Right Arrow 17"/>
          <p:cNvSpPr/>
          <p:nvPr/>
        </p:nvSpPr>
        <p:spPr>
          <a:xfrm rot="16200000">
            <a:off x="4008216" y="4678714"/>
            <a:ext cx="1404522" cy="57093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746168" y="3588878"/>
            <a:ext cx="6497092" cy="19205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STAGE 8: Evaluation of Model: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Regression: Sq. Loss: MAE/MAPE/MSE/RMSE/</a:t>
            </a:r>
            <a:r>
              <a:rPr lang="en-US" dirty="0" err="1">
                <a:solidFill>
                  <a:srgbClr val="FF0000"/>
                </a:solidFill>
              </a:rPr>
              <a:t>Rsq</a:t>
            </a:r>
            <a:r>
              <a:rPr lang="en-US" dirty="0">
                <a:solidFill>
                  <a:srgbClr val="FF0000"/>
                </a:solidFill>
              </a:rPr>
              <a:t>./</a:t>
            </a:r>
            <a:r>
              <a:rPr lang="en-US" dirty="0" err="1">
                <a:solidFill>
                  <a:srgbClr val="FF0000"/>
                </a:solidFill>
              </a:rPr>
              <a:t>Adj_Rsq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</a:rPr>
              <a:t>Classification: Accuracy/Precision/Recall/Sensitivity/Specificity/Confusion Matrix/Classification Report /F1_Score/ True Positive/False Positive/True Negative/False Negative/ROC-AOC.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7316" y="59199"/>
            <a:ext cx="5721794" cy="634535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PROJECT LIFE CYCLE :DATA SCIENCE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4648888" y="3843253"/>
            <a:ext cx="1097280" cy="56444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 rot="5400000">
            <a:off x="8441918" y="5616457"/>
            <a:ext cx="656705" cy="448887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665711" y="6108013"/>
            <a:ext cx="2542303" cy="7223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STAGE 9:Deployment</a:t>
            </a:r>
          </a:p>
        </p:txBody>
      </p:sp>
    </p:spTree>
    <p:extLst>
      <p:ext uri="{BB962C8B-B14F-4D97-AF65-F5344CB8AC3E}">
        <p14:creationId xmlns:p14="http://schemas.microsoft.com/office/powerpoint/2010/main" val="40717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787555"/>
              </p:ext>
            </p:extLst>
          </p:nvPr>
        </p:nvGraphicFramePr>
        <p:xfrm>
          <a:off x="704520" y="335548"/>
          <a:ext cx="7272808" cy="63039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927"/>
                <a:gridCol w="1181055"/>
                <a:gridCol w="5345826"/>
              </a:tblGrid>
              <a:tr h="142988"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Course: Stats and ML(80 </a:t>
                      </a:r>
                      <a:r>
                        <a:rPr lang="en-US" sz="800" dirty="0" err="1">
                          <a:effectLst/>
                        </a:rPr>
                        <a:t>hrs</a:t>
                      </a:r>
                      <a:r>
                        <a:rPr lang="en-US" sz="800" dirty="0">
                          <a:effectLst/>
                        </a:rPr>
                        <a:t>)</a:t>
                      </a:r>
                      <a:endParaRPr lang="en-US" sz="8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45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Class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Topic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SubTopic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738224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Stats(8 </a:t>
                      </a:r>
                      <a:r>
                        <a:rPr lang="en-US" sz="1100" dirty="0" err="1">
                          <a:effectLst/>
                        </a:rPr>
                        <a:t>hrs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>
                          <a:effectLst/>
                        </a:rPr>
                        <a:t>Measure of central tendency 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>
                          <a:effectLst/>
                        </a:rPr>
                        <a:t>Measure of Spread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>
                          <a:effectLst/>
                        </a:rPr>
                        <a:t>Covarience/Correlation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>
                          <a:effectLst/>
                        </a:rPr>
                        <a:t>Hypothesis testing /Chi square Z test/ ANOVA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5536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Permutation combination (4hrs)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Distribution: Normal/Binomial/Poisson</a:t>
                      </a:r>
                    </a:p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12918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Data Preprocessing(6 </a:t>
                      </a:r>
                      <a:r>
                        <a:rPr lang="en-US" sz="1100" dirty="0" err="1">
                          <a:effectLst/>
                        </a:rPr>
                        <a:t>hrs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Handling missing value 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Handling outliers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Handling data types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Encoding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Feature Scaling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Balancing of data</a:t>
                      </a: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EDA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184556">
                <a:tc rowSpan="8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Supervised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Machine Learning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>
                          <a:effectLst/>
                        </a:rPr>
                        <a:t>Regression (6 hrs)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1845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>
                          <a:effectLst/>
                        </a:rPr>
                        <a:t>Logistics Regression(6hrs)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1845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Decision Tree (6 </a:t>
                      </a:r>
                      <a:r>
                        <a:rPr lang="en-US" sz="1100" dirty="0" err="1">
                          <a:effectLst/>
                        </a:rPr>
                        <a:t>hrs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7382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Ensemble   (8 </a:t>
                      </a:r>
                      <a:r>
                        <a:rPr lang="en-US" sz="1100" dirty="0" err="1">
                          <a:effectLst/>
                        </a:rPr>
                        <a:t>hrs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Bagging /Random Forest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Boosting/Ada/Gradient/XG</a:t>
                      </a: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Bias Variance Trade off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1845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1845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Probability /Naïve Bayes (6 </a:t>
                      </a:r>
                      <a:r>
                        <a:rPr lang="en-US" sz="1100" dirty="0" err="1">
                          <a:effectLst/>
                        </a:rPr>
                        <a:t>hrs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1845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Linear </a:t>
                      </a:r>
                      <a:r>
                        <a:rPr lang="en-US" sz="1100" dirty="0" err="1" smtClean="0">
                          <a:effectLst/>
                        </a:rPr>
                        <a:t>Alzebra</a:t>
                      </a:r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(2 </a:t>
                      </a:r>
                      <a:r>
                        <a:rPr lang="en-US" sz="1100" dirty="0" err="1">
                          <a:effectLst/>
                        </a:rPr>
                        <a:t>hrs</a:t>
                      </a:r>
                      <a:r>
                        <a:rPr lang="en-US" sz="1100" dirty="0">
                          <a:effectLst/>
                        </a:rPr>
                        <a:t>) ,K Means(4hrs)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1845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SVM  (4 </a:t>
                      </a:r>
                      <a:r>
                        <a:rPr lang="en-US" sz="1100" dirty="0" err="1">
                          <a:effectLst/>
                        </a:rPr>
                        <a:t>hrs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184556">
                <a:tc rowSpan="6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Unsupervised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Machine Learning</a:t>
                      </a:r>
                      <a:endParaRPr lang="en-US" sz="11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Clustering(4 </a:t>
                      </a:r>
                      <a:r>
                        <a:rPr lang="en-US" sz="1100" dirty="0" err="1">
                          <a:effectLst/>
                        </a:rPr>
                        <a:t>hrs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1845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DBSCAN( 4 </a:t>
                      </a:r>
                      <a:r>
                        <a:rPr lang="en-US" sz="1100" dirty="0" err="1">
                          <a:effectLst/>
                        </a:rPr>
                        <a:t>hrs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1845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 err="1">
                          <a:effectLst/>
                        </a:rPr>
                        <a:t>Recomendation</a:t>
                      </a:r>
                      <a:r>
                        <a:rPr lang="en-US" sz="1100" dirty="0">
                          <a:effectLst/>
                        </a:rPr>
                        <a:t> System(4 </a:t>
                      </a:r>
                      <a:r>
                        <a:rPr lang="en-US" sz="1100" dirty="0" err="1">
                          <a:effectLst/>
                        </a:rPr>
                        <a:t>hrs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1845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PCA( 2 </a:t>
                      </a:r>
                      <a:r>
                        <a:rPr lang="en-US" sz="1100" dirty="0" err="1">
                          <a:effectLst/>
                        </a:rPr>
                        <a:t>hrs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1845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Transformer  Binning(2 </a:t>
                      </a:r>
                      <a:r>
                        <a:rPr lang="en-US" sz="1100" dirty="0" err="1">
                          <a:effectLst/>
                        </a:rPr>
                        <a:t>hrs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  <a:tr h="1845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1100" dirty="0">
                          <a:effectLst/>
                        </a:rPr>
                        <a:t>Project(4 </a:t>
                      </a:r>
                      <a:r>
                        <a:rPr lang="en-US" sz="1100" dirty="0" err="1">
                          <a:effectLst/>
                        </a:rPr>
                        <a:t>hrs</a:t>
                      </a:r>
                      <a:r>
                        <a:rPr lang="en-US" sz="1100" dirty="0">
                          <a:effectLst/>
                        </a:rPr>
                        <a:t>)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7317" marR="47317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3354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237</TotalTime>
  <Words>678</Words>
  <Application>Microsoft Office PowerPoint</Application>
  <PresentationFormat>Widescreen</PresentationFormat>
  <Paragraphs>129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Symbol</vt:lpstr>
      <vt:lpstr>Times New Roman</vt:lpstr>
      <vt:lpstr>Trebuchet MS</vt:lpstr>
      <vt:lpstr>Wingdings</vt:lpstr>
      <vt:lpstr>Wingdings 3</vt:lpstr>
      <vt:lpstr>Facet</vt:lpstr>
      <vt:lpstr>Machine Learning</vt:lpstr>
      <vt:lpstr>Definition of Machine learning</vt:lpstr>
      <vt:lpstr>Example</vt:lpstr>
      <vt:lpstr>PowerPoint Presentation</vt:lpstr>
      <vt:lpstr>PowerPoint Presentation</vt:lpstr>
      <vt:lpstr>PowerPoint Presentation</vt:lpstr>
      <vt:lpstr>Why Use Machine Learning? </vt:lpstr>
      <vt:lpstr>PowerPoint Presentation</vt:lpstr>
      <vt:lpstr>Classification of Machine Learning</vt:lpstr>
      <vt:lpstr>Supervised learning</vt:lpstr>
      <vt:lpstr>Supervised MACHINE LEARNING</vt:lpstr>
      <vt:lpstr>PowerPoint Presentation</vt:lpstr>
      <vt:lpstr>Life Cycle of Supervised Machine Learning: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PANKAJ SHARMA</dc:creator>
  <cp:lastModifiedBy>PANKAJ SHARMA</cp:lastModifiedBy>
  <cp:revision>20</cp:revision>
  <dcterms:created xsi:type="dcterms:W3CDTF">2024-11-25T15:19:29Z</dcterms:created>
  <dcterms:modified xsi:type="dcterms:W3CDTF">2025-01-31T01:47:11Z</dcterms:modified>
</cp:coreProperties>
</file>